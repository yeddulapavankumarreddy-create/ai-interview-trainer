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8" r:id="rId3"/>
    <p:sldId id="259" r:id="rId4"/>
    <p:sldId id="314" r:id="rId5"/>
    <p:sldId id="260" r:id="rId6"/>
    <p:sldId id="261" r:id="rId7"/>
    <p:sldId id="262" r:id="rId8"/>
    <p:sldId id="266" r:id="rId9"/>
    <p:sldId id="263" r:id="rId10"/>
    <p:sldId id="264" r:id="rId11"/>
    <p:sldId id="265" r:id="rId12"/>
    <p:sldId id="267" r:id="rId13"/>
    <p:sldId id="268" r:id="rId14"/>
    <p:sldId id="312" r:id="rId15"/>
    <p:sldId id="269" r:id="rId16"/>
    <p:sldId id="270" r:id="rId17"/>
    <p:sldId id="271" r:id="rId18"/>
    <p:sldId id="272" r:id="rId19"/>
    <p:sldId id="273" r:id="rId20"/>
    <p:sldId id="274" r:id="rId21"/>
    <p:sldId id="276" r:id="rId22"/>
    <p:sldId id="275" r:id="rId23"/>
    <p:sldId id="307" r:id="rId24"/>
    <p:sldId id="308" r:id="rId25"/>
    <p:sldId id="309" r:id="rId26"/>
    <p:sldId id="310" r:id="rId27"/>
    <p:sldId id="311"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B6FF254-CA50-478C-B9A4-01AF374585F3}">
          <p14:sldIdLst>
            <p14:sldId id="256"/>
            <p14:sldId id="258"/>
            <p14:sldId id="259"/>
            <p14:sldId id="314"/>
            <p14:sldId id="260"/>
            <p14:sldId id="261"/>
            <p14:sldId id="262"/>
            <p14:sldId id="266"/>
            <p14:sldId id="263"/>
            <p14:sldId id="264"/>
            <p14:sldId id="265"/>
            <p14:sldId id="267"/>
          </p14:sldIdLst>
        </p14:section>
        <p14:section name="Untitled Section" id="{D344A62B-E764-42ED-ACC8-B92ED213F4E2}">
          <p14:sldIdLst>
            <p14:sldId id="268"/>
            <p14:sldId id="312"/>
            <p14:sldId id="269"/>
            <p14:sldId id="270"/>
            <p14:sldId id="271"/>
            <p14:sldId id="272"/>
            <p14:sldId id="273"/>
            <p14:sldId id="274"/>
            <p14:sldId id="276"/>
            <p14:sldId id="275"/>
            <p14:sldId id="307"/>
            <p14:sldId id="308"/>
            <p14:sldId id="309"/>
            <p14:sldId id="310"/>
            <p14:sldId id="31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EB32B7-235E-41CB-AA69-D13E0866F5E3}" v="40" dt="2026-09-09T16:35:53.4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1" d="100"/>
          <a:sy n="91" d="100"/>
        </p:scale>
        <p:origin x="37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van Kumar" userId="8d8027a8d0f9c367" providerId="LiveId" clId="{793B1612-BA98-40D8-BABD-E18C3BDDC0B8}"/>
    <pc:docChg chg="undo custSel addSld delSld modSld sldOrd addSection modSection">
      <pc:chgData name="Pavan Kumar" userId="8d8027a8d0f9c367" providerId="LiveId" clId="{793B1612-BA98-40D8-BABD-E18C3BDDC0B8}" dt="2026-09-09T16:41:54.372" v="598" actId="1076"/>
      <pc:docMkLst>
        <pc:docMk/>
      </pc:docMkLst>
      <pc:sldChg chg="modSp mod">
        <pc:chgData name="Pavan Kumar" userId="8d8027a8d0f9c367" providerId="LiveId" clId="{793B1612-BA98-40D8-BABD-E18C3BDDC0B8}" dt="2026-09-09T16:41:54.372" v="598" actId="1076"/>
        <pc:sldMkLst>
          <pc:docMk/>
          <pc:sldMk cId="3813474915" sldId="256"/>
        </pc:sldMkLst>
        <pc:spChg chg="mod">
          <ac:chgData name="Pavan Kumar" userId="8d8027a8d0f9c367" providerId="LiveId" clId="{793B1612-BA98-40D8-BABD-E18C3BDDC0B8}" dt="2026-09-09T16:41:54.372" v="598" actId="1076"/>
          <ac:spMkLst>
            <pc:docMk/>
            <pc:sldMk cId="3813474915" sldId="256"/>
            <ac:spMk id="2" creationId="{83A22F3F-8510-4EAA-C2F5-DD5CF3B4A34D}"/>
          </ac:spMkLst>
        </pc:spChg>
      </pc:sldChg>
      <pc:sldChg chg="addSp delSp modSp mod">
        <pc:chgData name="Pavan Kumar" userId="8d8027a8d0f9c367" providerId="LiveId" clId="{793B1612-BA98-40D8-BABD-E18C3BDDC0B8}" dt="2026-09-09T16:41:04.533" v="597" actId="14100"/>
        <pc:sldMkLst>
          <pc:docMk/>
          <pc:sldMk cId="3177341722" sldId="258"/>
        </pc:sldMkLst>
        <pc:spChg chg="add del mod">
          <ac:chgData name="Pavan Kumar" userId="8d8027a8d0f9c367" providerId="LiveId" clId="{793B1612-BA98-40D8-BABD-E18C3BDDC0B8}" dt="2026-09-09T16:32:49.644" v="546" actId="14100"/>
          <ac:spMkLst>
            <pc:docMk/>
            <pc:sldMk cId="3177341722" sldId="258"/>
            <ac:spMk id="6" creationId="{5E134BF2-DA5C-6FA9-0B03-9D2076DD6D9C}"/>
          </ac:spMkLst>
        </pc:spChg>
        <pc:graphicFrameChg chg="mod modGraphic">
          <ac:chgData name="Pavan Kumar" userId="8d8027a8d0f9c367" providerId="LiveId" clId="{793B1612-BA98-40D8-BABD-E18C3BDDC0B8}" dt="2026-09-09T16:33:02.873" v="547" actId="14734"/>
          <ac:graphicFrameMkLst>
            <pc:docMk/>
            <pc:sldMk cId="3177341722" sldId="258"/>
            <ac:graphicFrameMk id="3" creationId="{E57C846F-3603-83DF-4C62-3F125EFA9087}"/>
          </ac:graphicFrameMkLst>
        </pc:graphicFrameChg>
        <pc:picChg chg="add mod">
          <ac:chgData name="Pavan Kumar" userId="8d8027a8d0f9c367" providerId="LiveId" clId="{793B1612-BA98-40D8-BABD-E18C3BDDC0B8}" dt="2026-09-09T16:41:04.533" v="597" actId="14100"/>
          <ac:picMkLst>
            <pc:docMk/>
            <pc:sldMk cId="3177341722" sldId="258"/>
            <ac:picMk id="4" creationId="{86DC7813-6060-4CBF-0083-785D967AA739}"/>
          </ac:picMkLst>
        </pc:picChg>
        <pc:picChg chg="del">
          <ac:chgData name="Pavan Kumar" userId="8d8027a8d0f9c367" providerId="LiveId" clId="{793B1612-BA98-40D8-BABD-E18C3BDDC0B8}" dt="2026-09-09T15:35:30.456" v="127" actId="478"/>
          <ac:picMkLst>
            <pc:docMk/>
            <pc:sldMk cId="3177341722" sldId="258"/>
            <ac:picMk id="5" creationId="{7402EEC3-3E36-B027-E031-C56298AA5E3A}"/>
          </ac:picMkLst>
        </pc:picChg>
      </pc:sldChg>
      <pc:sldChg chg="addSp delSp modSp mod">
        <pc:chgData name="Pavan Kumar" userId="8d8027a8d0f9c367" providerId="LiveId" clId="{793B1612-BA98-40D8-BABD-E18C3BDDC0B8}" dt="2026-09-09T16:37:33.505" v="583" actId="20577"/>
        <pc:sldMkLst>
          <pc:docMk/>
          <pc:sldMk cId="2050309445" sldId="259"/>
        </pc:sldMkLst>
        <pc:spChg chg="add del mod">
          <ac:chgData name="Pavan Kumar" userId="8d8027a8d0f9c367" providerId="LiveId" clId="{793B1612-BA98-40D8-BABD-E18C3BDDC0B8}" dt="2026-09-09T16:37:33.505" v="583" actId="20577"/>
          <ac:spMkLst>
            <pc:docMk/>
            <pc:sldMk cId="2050309445" sldId="259"/>
            <ac:spMk id="2" creationId="{FDF1C48D-6FB2-BC62-82C9-6B8AF5531D6F}"/>
          </ac:spMkLst>
        </pc:spChg>
        <pc:spChg chg="add mod">
          <ac:chgData name="Pavan Kumar" userId="8d8027a8d0f9c367" providerId="LiveId" clId="{793B1612-BA98-40D8-BABD-E18C3BDDC0B8}" dt="2026-09-09T15:39:33.728" v="258" actId="767"/>
          <ac:spMkLst>
            <pc:docMk/>
            <pc:sldMk cId="2050309445" sldId="259"/>
            <ac:spMk id="3" creationId="{B95054E9-E34B-6B63-5F71-A343FA9ED6CA}"/>
          </ac:spMkLst>
        </pc:spChg>
        <pc:spChg chg="mod">
          <ac:chgData name="Pavan Kumar" userId="8d8027a8d0f9c367" providerId="LiveId" clId="{793B1612-BA98-40D8-BABD-E18C3BDDC0B8}" dt="2026-09-09T15:40:48.553" v="272" actId="1076"/>
          <ac:spMkLst>
            <pc:docMk/>
            <pc:sldMk cId="2050309445" sldId="259"/>
            <ac:spMk id="7" creationId="{07C0974B-83FD-9D58-A2EC-023772EB3C10}"/>
          </ac:spMkLst>
        </pc:spChg>
      </pc:sldChg>
      <pc:sldChg chg="modSp mod">
        <pc:chgData name="Pavan Kumar" userId="8d8027a8d0f9c367" providerId="LiveId" clId="{793B1612-BA98-40D8-BABD-E18C3BDDC0B8}" dt="2026-09-09T15:43:38.059" v="351" actId="2710"/>
        <pc:sldMkLst>
          <pc:docMk/>
          <pc:sldMk cId="4293451925" sldId="260"/>
        </pc:sldMkLst>
        <pc:spChg chg="mod">
          <ac:chgData name="Pavan Kumar" userId="8d8027a8d0f9c367" providerId="LiveId" clId="{793B1612-BA98-40D8-BABD-E18C3BDDC0B8}" dt="2026-09-09T15:43:38.059" v="351" actId="2710"/>
          <ac:spMkLst>
            <pc:docMk/>
            <pc:sldMk cId="4293451925" sldId="260"/>
            <ac:spMk id="2" creationId="{7477CB0C-1926-FEC3-7CC9-41583A59BAF7}"/>
          </ac:spMkLst>
        </pc:spChg>
      </pc:sldChg>
      <pc:sldChg chg="modSp mod">
        <pc:chgData name="Pavan Kumar" userId="8d8027a8d0f9c367" providerId="LiveId" clId="{793B1612-BA98-40D8-BABD-E18C3BDDC0B8}" dt="2026-09-09T16:38:10.060" v="586" actId="113"/>
        <pc:sldMkLst>
          <pc:docMk/>
          <pc:sldMk cId="1373050591" sldId="261"/>
        </pc:sldMkLst>
        <pc:spChg chg="mod">
          <ac:chgData name="Pavan Kumar" userId="8d8027a8d0f9c367" providerId="LiveId" clId="{793B1612-BA98-40D8-BABD-E18C3BDDC0B8}" dt="2026-09-09T15:46:00.681" v="372" actId="1076"/>
          <ac:spMkLst>
            <pc:docMk/>
            <pc:sldMk cId="1373050591" sldId="261"/>
            <ac:spMk id="2" creationId="{3F2E14C9-68C3-1C9C-26A9-C2B9709C1A0B}"/>
          </ac:spMkLst>
        </pc:spChg>
        <pc:spChg chg="mod">
          <ac:chgData name="Pavan Kumar" userId="8d8027a8d0f9c367" providerId="LiveId" clId="{793B1612-BA98-40D8-BABD-E18C3BDDC0B8}" dt="2026-09-09T16:38:10.060" v="586" actId="113"/>
          <ac:spMkLst>
            <pc:docMk/>
            <pc:sldMk cId="1373050591" sldId="261"/>
            <ac:spMk id="3" creationId="{4317EC36-3716-B9F1-1EAB-D4BF0268DEE2}"/>
          </ac:spMkLst>
        </pc:spChg>
      </pc:sldChg>
      <pc:sldChg chg="modSp mod">
        <pc:chgData name="Pavan Kumar" userId="8d8027a8d0f9c367" providerId="LiveId" clId="{793B1612-BA98-40D8-BABD-E18C3BDDC0B8}" dt="2026-09-09T16:25:27.552" v="496" actId="1035"/>
        <pc:sldMkLst>
          <pc:docMk/>
          <pc:sldMk cId="3816758141" sldId="262"/>
        </pc:sldMkLst>
        <pc:spChg chg="mod">
          <ac:chgData name="Pavan Kumar" userId="8d8027a8d0f9c367" providerId="LiveId" clId="{793B1612-BA98-40D8-BABD-E18C3BDDC0B8}" dt="2026-09-09T15:50:56.725" v="384" actId="1076"/>
          <ac:spMkLst>
            <pc:docMk/>
            <pc:sldMk cId="3816758141" sldId="262"/>
            <ac:spMk id="2" creationId="{09673C85-4E43-239B-EC18-78F3ABFBDDFB}"/>
          </ac:spMkLst>
        </pc:spChg>
        <pc:spChg chg="mod">
          <ac:chgData name="Pavan Kumar" userId="8d8027a8d0f9c367" providerId="LiveId" clId="{793B1612-BA98-40D8-BABD-E18C3BDDC0B8}" dt="2026-09-09T16:25:27.552" v="496" actId="1035"/>
          <ac:spMkLst>
            <pc:docMk/>
            <pc:sldMk cId="3816758141" sldId="262"/>
            <ac:spMk id="3" creationId="{AA126729-43B8-8F1E-AA2F-3F9DCFDEA2FA}"/>
          </ac:spMkLst>
        </pc:spChg>
      </pc:sldChg>
      <pc:sldChg chg="addSp delSp modSp mod">
        <pc:chgData name="Pavan Kumar" userId="8d8027a8d0f9c367" providerId="LiveId" clId="{793B1612-BA98-40D8-BABD-E18C3BDDC0B8}" dt="2026-09-09T16:16:06.426" v="399"/>
        <pc:sldMkLst>
          <pc:docMk/>
          <pc:sldMk cId="3070566649" sldId="263"/>
        </pc:sldMkLst>
        <pc:spChg chg="add del mod">
          <ac:chgData name="Pavan Kumar" userId="8d8027a8d0f9c367" providerId="LiveId" clId="{793B1612-BA98-40D8-BABD-E18C3BDDC0B8}" dt="2026-09-09T16:16:06.426" v="399"/>
          <ac:spMkLst>
            <pc:docMk/>
            <pc:sldMk cId="3070566649" sldId="263"/>
            <ac:spMk id="2" creationId="{B650CE90-A9DC-4AC7-11EB-A6047D5261E9}"/>
          </ac:spMkLst>
        </pc:spChg>
        <pc:picChg chg="del">
          <ac:chgData name="Pavan Kumar" userId="8d8027a8d0f9c367" providerId="LiveId" clId="{793B1612-BA98-40D8-BABD-E18C3BDDC0B8}" dt="2026-09-09T16:14:50.792" v="387" actId="478"/>
          <ac:picMkLst>
            <pc:docMk/>
            <pc:sldMk cId="3070566649" sldId="263"/>
            <ac:picMk id="3" creationId="{82223010-628D-85EF-04A9-5976A799BC9C}"/>
          </ac:picMkLst>
        </pc:picChg>
        <pc:picChg chg="add mod">
          <ac:chgData name="Pavan Kumar" userId="8d8027a8d0f9c367" providerId="LiveId" clId="{793B1612-BA98-40D8-BABD-E18C3BDDC0B8}" dt="2026-09-09T16:15:57.227" v="397" actId="14100"/>
          <ac:picMkLst>
            <pc:docMk/>
            <pc:sldMk cId="3070566649" sldId="263"/>
            <ac:picMk id="4" creationId="{10ADC42E-BAF7-7E7E-79FF-F5821F3B2E78}"/>
          </ac:picMkLst>
        </pc:picChg>
        <pc:picChg chg="del">
          <ac:chgData name="Pavan Kumar" userId="8d8027a8d0f9c367" providerId="LiveId" clId="{793B1612-BA98-40D8-BABD-E18C3BDDC0B8}" dt="2026-09-09T16:14:52.800" v="388" actId="478"/>
          <ac:picMkLst>
            <pc:docMk/>
            <pc:sldMk cId="3070566649" sldId="263"/>
            <ac:picMk id="5" creationId="{8CAE1554-9C02-1B46-B4A4-36BE20CC641E}"/>
          </ac:picMkLst>
        </pc:picChg>
      </pc:sldChg>
      <pc:sldChg chg="addSp delSp modSp mod">
        <pc:chgData name="Pavan Kumar" userId="8d8027a8d0f9c367" providerId="LiveId" clId="{793B1612-BA98-40D8-BABD-E18C3BDDC0B8}" dt="2026-09-09T16:17:00.264" v="430"/>
        <pc:sldMkLst>
          <pc:docMk/>
          <pc:sldMk cId="3729711174" sldId="264"/>
        </pc:sldMkLst>
        <pc:spChg chg="del mod">
          <ac:chgData name="Pavan Kumar" userId="8d8027a8d0f9c367" providerId="LiveId" clId="{793B1612-BA98-40D8-BABD-E18C3BDDC0B8}" dt="2026-09-09T16:16:18.757" v="421"/>
          <ac:spMkLst>
            <pc:docMk/>
            <pc:sldMk cId="3729711174" sldId="264"/>
            <ac:spMk id="2" creationId="{927B2CFC-D55A-F7C0-1D93-8ECE582F3595}"/>
          </ac:spMkLst>
        </pc:spChg>
        <pc:spChg chg="add del mod">
          <ac:chgData name="Pavan Kumar" userId="8d8027a8d0f9c367" providerId="LiveId" clId="{793B1612-BA98-40D8-BABD-E18C3BDDC0B8}" dt="2026-09-09T16:17:00.264" v="430"/>
          <ac:spMkLst>
            <pc:docMk/>
            <pc:sldMk cId="3729711174" sldId="264"/>
            <ac:spMk id="3" creationId="{A9CBDBB6-0822-E192-6BAA-FCBFD85C7686}"/>
          </ac:spMkLst>
        </pc:spChg>
        <pc:picChg chg="del">
          <ac:chgData name="Pavan Kumar" userId="8d8027a8d0f9c367" providerId="LiveId" clId="{793B1612-BA98-40D8-BABD-E18C3BDDC0B8}" dt="2026-09-09T16:16:11.723" v="400" actId="478"/>
          <ac:picMkLst>
            <pc:docMk/>
            <pc:sldMk cId="3729711174" sldId="264"/>
            <ac:picMk id="4" creationId="{CC5793F1-97A3-45D6-013B-933CEF2C46EA}"/>
          </ac:picMkLst>
        </pc:picChg>
        <pc:picChg chg="add mod">
          <ac:chgData name="Pavan Kumar" userId="8d8027a8d0f9c367" providerId="LiveId" clId="{793B1612-BA98-40D8-BABD-E18C3BDDC0B8}" dt="2026-09-09T16:16:54.799" v="428" actId="14100"/>
          <ac:picMkLst>
            <pc:docMk/>
            <pc:sldMk cId="3729711174" sldId="264"/>
            <ac:picMk id="5" creationId="{D0C389FE-7EB4-8887-2913-8B36B87C30EC}"/>
          </ac:picMkLst>
        </pc:picChg>
      </pc:sldChg>
      <pc:sldChg chg="addSp delSp modSp mod">
        <pc:chgData name="Pavan Kumar" userId="8d8027a8d0f9c367" providerId="LiveId" clId="{793B1612-BA98-40D8-BABD-E18C3BDDC0B8}" dt="2026-09-09T16:18:31.043" v="460"/>
        <pc:sldMkLst>
          <pc:docMk/>
          <pc:sldMk cId="2960855520" sldId="265"/>
        </pc:sldMkLst>
        <pc:spChg chg="del mod">
          <ac:chgData name="Pavan Kumar" userId="8d8027a8d0f9c367" providerId="LiveId" clId="{793B1612-BA98-40D8-BABD-E18C3BDDC0B8}" dt="2026-09-09T16:17:10.218" v="452"/>
          <ac:spMkLst>
            <pc:docMk/>
            <pc:sldMk cId="2960855520" sldId="265"/>
            <ac:spMk id="2" creationId="{48F30128-9933-9BAA-1243-0B45F3C449EB}"/>
          </ac:spMkLst>
        </pc:spChg>
        <pc:spChg chg="add del mod">
          <ac:chgData name="Pavan Kumar" userId="8d8027a8d0f9c367" providerId="LiveId" clId="{793B1612-BA98-40D8-BABD-E18C3BDDC0B8}" dt="2026-09-09T16:18:31.043" v="460"/>
          <ac:spMkLst>
            <pc:docMk/>
            <pc:sldMk cId="2960855520" sldId="265"/>
            <ac:spMk id="3" creationId="{1E7B2058-7333-180A-46A5-92E206CD6393}"/>
          </ac:spMkLst>
        </pc:spChg>
        <pc:picChg chg="del">
          <ac:chgData name="Pavan Kumar" userId="8d8027a8d0f9c367" providerId="LiveId" clId="{793B1612-BA98-40D8-BABD-E18C3BDDC0B8}" dt="2026-09-09T16:17:10.217" v="450" actId="478"/>
          <ac:picMkLst>
            <pc:docMk/>
            <pc:sldMk cId="2960855520" sldId="265"/>
            <ac:picMk id="4" creationId="{4BAD947D-CD4B-1D22-A199-59712BF0FD04}"/>
          </ac:picMkLst>
        </pc:picChg>
        <pc:picChg chg="add mod">
          <ac:chgData name="Pavan Kumar" userId="8d8027a8d0f9c367" providerId="LiveId" clId="{793B1612-BA98-40D8-BABD-E18C3BDDC0B8}" dt="2026-09-09T16:18:25.068" v="458" actId="14100"/>
          <ac:picMkLst>
            <pc:docMk/>
            <pc:sldMk cId="2960855520" sldId="265"/>
            <ac:picMk id="6" creationId="{F7A3AAFB-BC9D-93FE-1486-6CB427DCD136}"/>
          </ac:picMkLst>
        </pc:picChg>
      </pc:sldChg>
      <pc:sldChg chg="addSp delSp modSp mod ord">
        <pc:chgData name="Pavan Kumar" userId="8d8027a8d0f9c367" providerId="LiveId" clId="{793B1612-BA98-40D8-BABD-E18C3BDDC0B8}" dt="2026-09-09T16:25:07.230" v="493" actId="1076"/>
        <pc:sldMkLst>
          <pc:docMk/>
          <pc:sldMk cId="539542174" sldId="266"/>
        </pc:sldMkLst>
        <pc:spChg chg="mod">
          <ac:chgData name="Pavan Kumar" userId="8d8027a8d0f9c367" providerId="LiveId" clId="{793B1612-BA98-40D8-BABD-E18C3BDDC0B8}" dt="2026-09-09T16:25:07.230" v="493" actId="1076"/>
          <ac:spMkLst>
            <pc:docMk/>
            <pc:sldMk cId="539542174" sldId="266"/>
            <ac:spMk id="2" creationId="{D84DBE9C-6054-F2A0-881F-542C3B71FB40}"/>
          </ac:spMkLst>
        </pc:spChg>
        <pc:spChg chg="add del mod">
          <ac:chgData name="Pavan Kumar" userId="8d8027a8d0f9c367" providerId="LiveId" clId="{793B1612-BA98-40D8-BABD-E18C3BDDC0B8}" dt="2026-09-09T16:20:14.107" v="472"/>
          <ac:spMkLst>
            <pc:docMk/>
            <pc:sldMk cId="539542174" sldId="266"/>
            <ac:spMk id="3" creationId="{32E9BE3F-19F7-49D4-DD30-65EF0150BA5B}"/>
          </ac:spMkLst>
        </pc:spChg>
        <pc:picChg chg="del">
          <ac:chgData name="Pavan Kumar" userId="8d8027a8d0f9c367" providerId="LiveId" clId="{793B1612-BA98-40D8-BABD-E18C3BDDC0B8}" dt="2026-09-09T16:18:43.445" v="463" actId="478"/>
          <ac:picMkLst>
            <pc:docMk/>
            <pc:sldMk cId="539542174" sldId="266"/>
            <ac:picMk id="4" creationId="{CEB0DF4A-F83A-8320-650E-DA7EA2D4505B}"/>
          </ac:picMkLst>
        </pc:picChg>
        <pc:picChg chg="add mod">
          <ac:chgData name="Pavan Kumar" userId="8d8027a8d0f9c367" providerId="LiveId" clId="{793B1612-BA98-40D8-BABD-E18C3BDDC0B8}" dt="2026-09-09T16:20:06.918" v="470" actId="1076"/>
          <ac:picMkLst>
            <pc:docMk/>
            <pc:sldMk cId="539542174" sldId="266"/>
            <ac:picMk id="6" creationId="{C98C0292-3F9D-0A6E-D632-4A9D7751AA80}"/>
          </ac:picMkLst>
        </pc:picChg>
        <pc:inkChg chg="add">
          <ac:chgData name="Pavan Kumar" userId="8d8027a8d0f9c367" providerId="LiveId" clId="{793B1612-BA98-40D8-BABD-E18C3BDDC0B8}" dt="2026-09-09T16:20:37.252" v="473" actId="9405"/>
          <ac:inkMkLst>
            <pc:docMk/>
            <pc:sldMk cId="539542174" sldId="266"/>
            <ac:inkMk id="7" creationId="{5F59BE98-2CEB-325C-5D31-9E756464495E}"/>
          </ac:inkMkLst>
        </pc:inkChg>
        <pc:inkChg chg="add">
          <ac:chgData name="Pavan Kumar" userId="8d8027a8d0f9c367" providerId="LiveId" clId="{793B1612-BA98-40D8-BABD-E18C3BDDC0B8}" dt="2026-09-09T16:20:41.183" v="474" actId="9405"/>
          <ac:inkMkLst>
            <pc:docMk/>
            <pc:sldMk cId="539542174" sldId="266"/>
            <ac:inkMk id="8" creationId="{DD106504-4569-A71D-F36F-DFA96B520CD4}"/>
          </ac:inkMkLst>
        </pc:inkChg>
      </pc:sldChg>
      <pc:sldChg chg="addSp delSp modSp mod">
        <pc:chgData name="Pavan Kumar" userId="8d8027a8d0f9c367" providerId="LiveId" clId="{793B1612-BA98-40D8-BABD-E18C3BDDC0B8}" dt="2026-09-09T15:34:24.906" v="124" actId="1076"/>
        <pc:sldMkLst>
          <pc:docMk/>
          <pc:sldMk cId="1615605514" sldId="267"/>
        </pc:sldMkLst>
        <pc:picChg chg="del">
          <ac:chgData name="Pavan Kumar" userId="8d8027a8d0f9c367" providerId="LiveId" clId="{793B1612-BA98-40D8-BABD-E18C3BDDC0B8}" dt="2026-09-09T15:33:56.363" v="119" actId="478"/>
          <ac:picMkLst>
            <pc:docMk/>
            <pc:sldMk cId="1615605514" sldId="267"/>
            <ac:picMk id="4" creationId="{B99CB83D-A5ED-4E70-4B8E-43BE839B0880}"/>
          </ac:picMkLst>
        </pc:picChg>
        <pc:picChg chg="add mod">
          <ac:chgData name="Pavan Kumar" userId="8d8027a8d0f9c367" providerId="LiveId" clId="{793B1612-BA98-40D8-BABD-E18C3BDDC0B8}" dt="2026-09-09T15:34:24.906" v="124" actId="1076"/>
          <ac:picMkLst>
            <pc:docMk/>
            <pc:sldMk cId="1615605514" sldId="267"/>
            <ac:picMk id="5" creationId="{25C9DEB5-9731-A63E-0C5E-A4494E77FDEA}"/>
          </ac:picMkLst>
        </pc:picChg>
      </pc:sldChg>
      <pc:sldChg chg="addSp delSp modSp mod">
        <pc:chgData name="Pavan Kumar" userId="8d8027a8d0f9c367" providerId="LiveId" clId="{793B1612-BA98-40D8-BABD-E18C3BDDC0B8}" dt="2026-09-09T16:23:19.738" v="486" actId="1076"/>
        <pc:sldMkLst>
          <pc:docMk/>
          <pc:sldMk cId="657980425" sldId="268"/>
        </pc:sldMkLst>
        <pc:spChg chg="mod">
          <ac:chgData name="Pavan Kumar" userId="8d8027a8d0f9c367" providerId="LiveId" clId="{793B1612-BA98-40D8-BABD-E18C3BDDC0B8}" dt="2026-09-09T15:33:39.036" v="118" actId="20577"/>
          <ac:spMkLst>
            <pc:docMk/>
            <pc:sldMk cId="657980425" sldId="268"/>
            <ac:spMk id="2" creationId="{6EE131D3-4A6E-F5AB-D0CF-D3C1B574E691}"/>
          </ac:spMkLst>
        </pc:spChg>
        <pc:spChg chg="mod">
          <ac:chgData name="Pavan Kumar" userId="8d8027a8d0f9c367" providerId="LiveId" clId="{793B1612-BA98-40D8-BABD-E18C3BDDC0B8}" dt="2026-09-09T16:23:19.738" v="486" actId="1076"/>
          <ac:spMkLst>
            <pc:docMk/>
            <pc:sldMk cId="657980425" sldId="268"/>
            <ac:spMk id="3" creationId="{20022C7D-22DD-4F82-0B8C-491A6FAA7329}"/>
          </ac:spMkLst>
        </pc:spChg>
        <pc:spChg chg="add del mod">
          <ac:chgData name="Pavan Kumar" userId="8d8027a8d0f9c367" providerId="LiveId" clId="{793B1612-BA98-40D8-BABD-E18C3BDDC0B8}" dt="2026-09-09T15:33:35.118" v="114"/>
          <ac:spMkLst>
            <pc:docMk/>
            <pc:sldMk cId="657980425" sldId="268"/>
            <ac:spMk id="4" creationId="{368A3435-AEE9-1503-75A6-ED3BA1892397}"/>
          </ac:spMkLst>
        </pc:spChg>
        <pc:picChg chg="del">
          <ac:chgData name="Pavan Kumar" userId="8d8027a8d0f9c367" providerId="LiveId" clId="{793B1612-BA98-40D8-BABD-E18C3BDDC0B8}" dt="2026-09-09T15:32:18.813" v="104" actId="478"/>
          <ac:picMkLst>
            <pc:docMk/>
            <pc:sldMk cId="657980425" sldId="268"/>
            <ac:picMk id="5" creationId="{5FF67A06-8658-AA4B-0887-345A1EA0DB1E}"/>
          </ac:picMkLst>
        </pc:picChg>
        <pc:picChg chg="add del mod">
          <ac:chgData name="Pavan Kumar" userId="8d8027a8d0f9c367" providerId="LiveId" clId="{793B1612-BA98-40D8-BABD-E18C3BDDC0B8}" dt="2026-09-09T15:33:35.106" v="112" actId="478"/>
          <ac:picMkLst>
            <pc:docMk/>
            <pc:sldMk cId="657980425" sldId="268"/>
            <ac:picMk id="6" creationId="{AEB93A1E-90A0-27F5-A69A-CA6FEEDAF49D}"/>
          </ac:picMkLst>
        </pc:picChg>
      </pc:sldChg>
      <pc:sldChg chg="addSp delSp modSp mod">
        <pc:chgData name="Pavan Kumar" userId="8d8027a8d0f9c367" providerId="LiveId" clId="{793B1612-BA98-40D8-BABD-E18C3BDDC0B8}" dt="2026-09-09T15:31:20.545" v="103"/>
        <pc:sldMkLst>
          <pc:docMk/>
          <pc:sldMk cId="120907046" sldId="269"/>
        </pc:sldMkLst>
        <pc:spChg chg="add del mod">
          <ac:chgData name="Pavan Kumar" userId="8d8027a8d0f9c367" providerId="LiveId" clId="{793B1612-BA98-40D8-BABD-E18C3BDDC0B8}" dt="2026-09-09T15:31:20.545" v="103"/>
          <ac:spMkLst>
            <pc:docMk/>
            <pc:sldMk cId="120907046" sldId="269"/>
            <ac:spMk id="3" creationId="{E71B236D-CC0F-09CE-8D94-060599BDC7A2}"/>
          </ac:spMkLst>
        </pc:spChg>
        <pc:picChg chg="del">
          <ac:chgData name="Pavan Kumar" userId="8d8027a8d0f9c367" providerId="LiveId" clId="{793B1612-BA98-40D8-BABD-E18C3BDDC0B8}" dt="2026-09-09T15:30:35.283" v="94" actId="478"/>
          <ac:picMkLst>
            <pc:docMk/>
            <pc:sldMk cId="120907046" sldId="269"/>
            <ac:picMk id="4" creationId="{F658A076-EF42-80F8-79A3-514E0524CF6D}"/>
          </ac:picMkLst>
        </pc:picChg>
        <pc:picChg chg="add mod">
          <ac:chgData name="Pavan Kumar" userId="8d8027a8d0f9c367" providerId="LiveId" clId="{793B1612-BA98-40D8-BABD-E18C3BDDC0B8}" dt="2026-09-09T15:31:18.354" v="101" actId="14100"/>
          <ac:picMkLst>
            <pc:docMk/>
            <pc:sldMk cId="120907046" sldId="269"/>
            <ac:picMk id="6" creationId="{00B75230-1C4E-5111-1A8F-C524CE1516B9}"/>
          </ac:picMkLst>
        </pc:picChg>
      </pc:sldChg>
      <pc:sldChg chg="addSp delSp modSp mod">
        <pc:chgData name="Pavan Kumar" userId="8d8027a8d0f9c367" providerId="LiveId" clId="{793B1612-BA98-40D8-BABD-E18C3BDDC0B8}" dt="2026-09-09T16:30:20.168" v="505" actId="1036"/>
        <pc:sldMkLst>
          <pc:docMk/>
          <pc:sldMk cId="1661497158" sldId="270"/>
        </pc:sldMkLst>
        <pc:spChg chg="mod">
          <ac:chgData name="Pavan Kumar" userId="8d8027a8d0f9c367" providerId="LiveId" clId="{793B1612-BA98-40D8-BABD-E18C3BDDC0B8}" dt="2026-09-09T16:30:00.971" v="500" actId="1076"/>
          <ac:spMkLst>
            <pc:docMk/>
            <pc:sldMk cId="1661497158" sldId="270"/>
            <ac:spMk id="2" creationId="{405AC1CD-DE00-B820-1C8F-B5A48447C5EB}"/>
          </ac:spMkLst>
        </pc:spChg>
        <pc:picChg chg="del">
          <ac:chgData name="Pavan Kumar" userId="8d8027a8d0f9c367" providerId="LiveId" clId="{793B1612-BA98-40D8-BABD-E18C3BDDC0B8}" dt="2026-09-09T15:34:31.700" v="125" actId="478"/>
          <ac:picMkLst>
            <pc:docMk/>
            <pc:sldMk cId="1661497158" sldId="270"/>
            <ac:picMk id="4" creationId="{64F9026D-E6F1-8B2F-0AA6-30640DFE7738}"/>
          </ac:picMkLst>
        </pc:picChg>
        <pc:picChg chg="add mod">
          <ac:chgData name="Pavan Kumar" userId="8d8027a8d0f9c367" providerId="LiveId" clId="{793B1612-BA98-40D8-BABD-E18C3BDDC0B8}" dt="2026-09-09T16:30:20.168" v="505" actId="1036"/>
          <ac:picMkLst>
            <pc:docMk/>
            <pc:sldMk cId="1661497158" sldId="270"/>
            <ac:picMk id="5" creationId="{63AB994F-F67F-B49C-75C6-C3043CF3A6F6}"/>
          </ac:picMkLst>
        </pc:picChg>
      </pc:sldChg>
      <pc:sldChg chg="addSp delSp modSp mod">
        <pc:chgData name="Pavan Kumar" userId="8d8027a8d0f9c367" providerId="LiveId" clId="{793B1612-BA98-40D8-BABD-E18C3BDDC0B8}" dt="2026-09-09T15:30:10.714" v="93" actId="1076"/>
        <pc:sldMkLst>
          <pc:docMk/>
          <pc:sldMk cId="4256320133" sldId="271"/>
        </pc:sldMkLst>
        <pc:picChg chg="add mod">
          <ac:chgData name="Pavan Kumar" userId="8d8027a8d0f9c367" providerId="LiveId" clId="{793B1612-BA98-40D8-BABD-E18C3BDDC0B8}" dt="2026-09-09T15:30:10.714" v="93" actId="1076"/>
          <ac:picMkLst>
            <pc:docMk/>
            <pc:sldMk cId="4256320133" sldId="271"/>
            <ac:picMk id="3" creationId="{FAC6DA49-B857-C643-5538-0C305E6593C4}"/>
          </ac:picMkLst>
        </pc:picChg>
        <pc:picChg chg="del">
          <ac:chgData name="Pavan Kumar" userId="8d8027a8d0f9c367" providerId="LiveId" clId="{793B1612-BA98-40D8-BABD-E18C3BDDC0B8}" dt="2026-09-09T15:29:31.725" v="86" actId="478"/>
          <ac:picMkLst>
            <pc:docMk/>
            <pc:sldMk cId="4256320133" sldId="271"/>
            <ac:picMk id="9" creationId="{85AC0761-9C14-3030-61D0-87E453DFE5A3}"/>
          </ac:picMkLst>
        </pc:picChg>
      </pc:sldChg>
      <pc:sldChg chg="addSp delSp modSp mod">
        <pc:chgData name="Pavan Kumar" userId="8d8027a8d0f9c367" providerId="LiveId" clId="{793B1612-BA98-40D8-BABD-E18C3BDDC0B8}" dt="2026-09-09T15:29:07.413" v="85" actId="1035"/>
        <pc:sldMkLst>
          <pc:docMk/>
          <pc:sldMk cId="3967234067" sldId="272"/>
        </pc:sldMkLst>
        <pc:spChg chg="add del mod">
          <ac:chgData name="Pavan Kumar" userId="8d8027a8d0f9c367" providerId="LiveId" clId="{793B1612-BA98-40D8-BABD-E18C3BDDC0B8}" dt="2026-09-09T15:28:14.217" v="75"/>
          <ac:spMkLst>
            <pc:docMk/>
            <pc:sldMk cId="3967234067" sldId="272"/>
            <ac:spMk id="2" creationId="{B2B3E70D-ADB4-8618-A724-20A2BFAD808C}"/>
          </ac:spMkLst>
        </pc:spChg>
        <pc:picChg chg="del">
          <ac:chgData name="Pavan Kumar" userId="8d8027a8d0f9c367" providerId="LiveId" clId="{793B1612-BA98-40D8-BABD-E18C3BDDC0B8}" dt="2026-09-09T15:27:23.283" v="66" actId="478"/>
          <ac:picMkLst>
            <pc:docMk/>
            <pc:sldMk cId="3967234067" sldId="272"/>
            <ac:picMk id="3" creationId="{FBAAD30B-B4C0-2423-C4D4-294AABA826BC}"/>
          </ac:picMkLst>
        </pc:picChg>
        <pc:picChg chg="add mod">
          <ac:chgData name="Pavan Kumar" userId="8d8027a8d0f9c367" providerId="LiveId" clId="{793B1612-BA98-40D8-BABD-E18C3BDDC0B8}" dt="2026-09-09T15:29:07.413" v="85" actId="1035"/>
          <ac:picMkLst>
            <pc:docMk/>
            <pc:sldMk cId="3967234067" sldId="272"/>
            <ac:picMk id="4" creationId="{14DB3D8E-60D2-0FD0-2A08-96CE8FD1B93D}"/>
          </ac:picMkLst>
        </pc:picChg>
      </pc:sldChg>
      <pc:sldChg chg="addSp delSp modSp mod">
        <pc:chgData name="Pavan Kumar" userId="8d8027a8d0f9c367" providerId="LiveId" clId="{793B1612-BA98-40D8-BABD-E18C3BDDC0B8}" dt="2026-09-09T15:28:46.737" v="82" actId="1035"/>
        <pc:sldMkLst>
          <pc:docMk/>
          <pc:sldMk cId="3735212059" sldId="273"/>
        </pc:sldMkLst>
        <pc:spChg chg="add del mod">
          <ac:chgData name="Pavan Kumar" userId="8d8027a8d0f9c367" providerId="LiveId" clId="{793B1612-BA98-40D8-BABD-E18C3BDDC0B8}" dt="2026-09-09T15:27:18.474" v="65"/>
          <ac:spMkLst>
            <pc:docMk/>
            <pc:sldMk cId="3735212059" sldId="273"/>
            <ac:spMk id="2" creationId="{F75EBFDE-3F0B-5263-42FE-71ED6C1B2F93}"/>
          </ac:spMkLst>
        </pc:spChg>
        <pc:picChg chg="del">
          <ac:chgData name="Pavan Kumar" userId="8d8027a8d0f9c367" providerId="LiveId" clId="{793B1612-BA98-40D8-BABD-E18C3BDDC0B8}" dt="2026-09-09T15:25:54.058" v="50" actId="478"/>
          <ac:picMkLst>
            <pc:docMk/>
            <pc:sldMk cId="3735212059" sldId="273"/>
            <ac:picMk id="3" creationId="{23784D6D-F7F6-05FB-9BAE-174ABF19CC6B}"/>
          </ac:picMkLst>
        </pc:picChg>
        <pc:picChg chg="add mod">
          <ac:chgData name="Pavan Kumar" userId="8d8027a8d0f9c367" providerId="LiveId" clId="{793B1612-BA98-40D8-BABD-E18C3BDDC0B8}" dt="2026-09-09T15:28:46.737" v="82" actId="1035"/>
          <ac:picMkLst>
            <pc:docMk/>
            <pc:sldMk cId="3735212059" sldId="273"/>
            <ac:picMk id="4" creationId="{A4ACA86E-D140-4A15-210A-F4BEE6B38095}"/>
          </ac:picMkLst>
        </pc:picChg>
      </pc:sldChg>
      <pc:sldChg chg="delSp modSp mod">
        <pc:chgData name="Pavan Kumar" userId="8d8027a8d0f9c367" providerId="LiveId" clId="{793B1612-BA98-40D8-BABD-E18C3BDDC0B8}" dt="2026-09-09T15:25:39.761" v="49" actId="1035"/>
        <pc:sldMkLst>
          <pc:docMk/>
          <pc:sldMk cId="315705806" sldId="274"/>
        </pc:sldMkLst>
        <pc:spChg chg="mod">
          <ac:chgData name="Pavan Kumar" userId="8d8027a8d0f9c367" providerId="LiveId" clId="{793B1612-BA98-40D8-BABD-E18C3BDDC0B8}" dt="2026-09-09T15:25:39.761" v="49" actId="1035"/>
          <ac:spMkLst>
            <pc:docMk/>
            <pc:sldMk cId="315705806" sldId="274"/>
            <ac:spMk id="2" creationId="{C83E9809-A956-A56A-51A2-54D3B1D10993}"/>
          </ac:spMkLst>
        </pc:spChg>
        <pc:spChg chg="mod">
          <ac:chgData name="Pavan Kumar" userId="8d8027a8d0f9c367" providerId="LiveId" clId="{793B1612-BA98-40D8-BABD-E18C3BDDC0B8}" dt="2026-09-09T15:24:49.988" v="45" actId="14100"/>
          <ac:spMkLst>
            <pc:docMk/>
            <pc:sldMk cId="315705806" sldId="274"/>
            <ac:spMk id="3" creationId="{4EEC0961-6CA1-AC71-D0A2-1FE7AD565DEC}"/>
          </ac:spMkLst>
        </pc:spChg>
        <pc:spChg chg="del mod">
          <ac:chgData name="Pavan Kumar" userId="8d8027a8d0f9c367" providerId="LiveId" clId="{793B1612-BA98-40D8-BABD-E18C3BDDC0B8}" dt="2026-09-09T15:24:00.415" v="38"/>
          <ac:spMkLst>
            <pc:docMk/>
            <pc:sldMk cId="315705806" sldId="274"/>
            <ac:spMk id="4" creationId="{C5232523-887A-541A-0E81-1392204C4CF5}"/>
          </ac:spMkLst>
        </pc:spChg>
      </pc:sldChg>
      <pc:sldChg chg="modSp mod">
        <pc:chgData name="Pavan Kumar" userId="8d8027a8d0f9c367" providerId="LiveId" clId="{793B1612-BA98-40D8-BABD-E18C3BDDC0B8}" dt="2026-09-09T15:19:32.526" v="12" actId="2710"/>
        <pc:sldMkLst>
          <pc:docMk/>
          <pc:sldMk cId="1565827369" sldId="275"/>
        </pc:sldMkLst>
        <pc:spChg chg="mod">
          <ac:chgData name="Pavan Kumar" userId="8d8027a8d0f9c367" providerId="LiveId" clId="{793B1612-BA98-40D8-BABD-E18C3BDDC0B8}" dt="2026-09-09T15:19:32.526" v="12" actId="2710"/>
          <ac:spMkLst>
            <pc:docMk/>
            <pc:sldMk cId="1565827369" sldId="275"/>
            <ac:spMk id="2" creationId="{E609677B-C75A-F2CC-65E5-B43940D560FA}"/>
          </ac:spMkLst>
        </pc:spChg>
        <pc:spChg chg="mod">
          <ac:chgData name="Pavan Kumar" userId="8d8027a8d0f9c367" providerId="LiveId" clId="{793B1612-BA98-40D8-BABD-E18C3BDDC0B8}" dt="2026-09-09T15:14:52.880" v="7" actId="122"/>
          <ac:spMkLst>
            <pc:docMk/>
            <pc:sldMk cId="1565827369" sldId="275"/>
            <ac:spMk id="4" creationId="{FE55FEA0-6302-C4BA-D934-1BA8EE488451}"/>
          </ac:spMkLst>
        </pc:spChg>
      </pc:sldChg>
      <pc:sldChg chg="addSp delSp modSp mod">
        <pc:chgData name="Pavan Kumar" userId="8d8027a8d0f9c367" providerId="LiveId" clId="{793B1612-BA98-40D8-BABD-E18C3BDDC0B8}" dt="2026-09-09T15:22:10.130" v="28" actId="1076"/>
        <pc:sldMkLst>
          <pc:docMk/>
          <pc:sldMk cId="1103258900" sldId="276"/>
        </pc:sldMkLst>
        <pc:spChg chg="add mod">
          <ac:chgData name="Pavan Kumar" userId="8d8027a8d0f9c367" providerId="LiveId" clId="{793B1612-BA98-40D8-BABD-E18C3BDDC0B8}" dt="2026-09-09T15:22:10.130" v="28" actId="1076"/>
          <ac:spMkLst>
            <pc:docMk/>
            <pc:sldMk cId="1103258900" sldId="276"/>
            <ac:spMk id="2" creationId="{8F75FFFF-06D8-FB68-C315-C679A1CC9A33}"/>
          </ac:spMkLst>
        </pc:spChg>
        <pc:spChg chg="mod">
          <ac:chgData name="Pavan Kumar" userId="8d8027a8d0f9c367" providerId="LiveId" clId="{793B1612-BA98-40D8-BABD-E18C3BDDC0B8}" dt="2026-09-09T15:21:11.703" v="24" actId="1076"/>
          <ac:spMkLst>
            <pc:docMk/>
            <pc:sldMk cId="1103258900" sldId="276"/>
            <ac:spMk id="3" creationId="{92A0C290-CB18-7948-FD04-0AB377418316}"/>
          </ac:spMkLst>
        </pc:spChg>
        <pc:spChg chg="del">
          <ac:chgData name="Pavan Kumar" userId="8d8027a8d0f9c367" providerId="LiveId" clId="{793B1612-BA98-40D8-BABD-E18C3BDDC0B8}" dt="2026-09-09T15:19:51.536" v="13" actId="478"/>
          <ac:spMkLst>
            <pc:docMk/>
            <pc:sldMk cId="1103258900" sldId="276"/>
            <ac:spMk id="4" creationId="{05F653D4-D850-0111-0B84-F2A50E98BC06}"/>
          </ac:spMkLst>
        </pc:spChg>
      </pc:sldChg>
      <pc:sldChg chg="addSp modSp new mod">
        <pc:chgData name="Pavan Kumar" userId="8d8027a8d0f9c367" providerId="LiveId" clId="{793B1612-BA98-40D8-BABD-E18C3BDDC0B8}" dt="2026-09-09T16:24:27.647" v="492" actId="1076"/>
        <pc:sldMkLst>
          <pc:docMk/>
          <pc:sldMk cId="1442210642" sldId="312"/>
        </pc:sldMkLst>
        <pc:picChg chg="add mod">
          <ac:chgData name="Pavan Kumar" userId="8d8027a8d0f9c367" providerId="LiveId" clId="{793B1612-BA98-40D8-BABD-E18C3BDDC0B8}" dt="2026-09-09T16:24:27.647" v="492" actId="1076"/>
          <ac:picMkLst>
            <pc:docMk/>
            <pc:sldMk cId="1442210642" sldId="312"/>
            <ac:picMk id="3" creationId="{93BCB00C-F4F3-4E36-044A-B2A7CC556208}"/>
          </ac:picMkLst>
        </pc:picChg>
      </pc:sldChg>
      <pc:sldChg chg="new del">
        <pc:chgData name="Pavan Kumar" userId="8d8027a8d0f9c367" providerId="LiveId" clId="{793B1612-BA98-40D8-BABD-E18C3BDDC0B8}" dt="2026-09-09T16:15:07.913" v="390" actId="47"/>
        <pc:sldMkLst>
          <pc:docMk/>
          <pc:sldMk cId="2332874336" sldId="312"/>
        </pc:sldMkLst>
      </pc:sldChg>
      <pc:sldChg chg="addSp delSp modSp new del mod">
        <pc:chgData name="Pavan Kumar" userId="8d8027a8d0f9c367" providerId="LiveId" clId="{793B1612-BA98-40D8-BABD-E18C3BDDC0B8}" dt="2026-09-09T16:36:40.104" v="580" actId="47"/>
        <pc:sldMkLst>
          <pc:docMk/>
          <pc:sldMk cId="1413162504" sldId="313"/>
        </pc:sldMkLst>
        <pc:spChg chg="add mod">
          <ac:chgData name="Pavan Kumar" userId="8d8027a8d0f9c367" providerId="LiveId" clId="{793B1612-BA98-40D8-BABD-E18C3BDDC0B8}" dt="2026-09-09T16:35:00.800" v="556" actId="14100"/>
          <ac:spMkLst>
            <pc:docMk/>
            <pc:sldMk cId="1413162504" sldId="313"/>
            <ac:spMk id="2" creationId="{B3A1E4DE-ABD2-E364-4B73-6E4401A44369}"/>
          </ac:spMkLst>
        </pc:spChg>
        <pc:spChg chg="add del mod">
          <ac:chgData name="Pavan Kumar" userId="8d8027a8d0f9c367" providerId="LiveId" clId="{793B1612-BA98-40D8-BABD-E18C3BDDC0B8}" dt="2026-09-09T16:35:17.612" v="558" actId="478"/>
          <ac:spMkLst>
            <pc:docMk/>
            <pc:sldMk cId="1413162504" sldId="313"/>
            <ac:spMk id="3" creationId="{73212BB2-EAA9-A59F-36B8-0A7FAF392D59}"/>
          </ac:spMkLst>
        </pc:spChg>
      </pc:sldChg>
      <pc:sldChg chg="modSp new mod">
        <pc:chgData name="Pavan Kumar" userId="8d8027a8d0f9c367" providerId="LiveId" clId="{793B1612-BA98-40D8-BABD-E18C3BDDC0B8}" dt="2026-09-09T16:37:47.985" v="584" actId="122"/>
        <pc:sldMkLst>
          <pc:docMk/>
          <pc:sldMk cId="3051431441" sldId="314"/>
        </pc:sldMkLst>
        <pc:spChg chg="mod">
          <ac:chgData name="Pavan Kumar" userId="8d8027a8d0f9c367" providerId="LiveId" clId="{793B1612-BA98-40D8-BABD-E18C3BDDC0B8}" dt="2026-09-09T16:37:47.985" v="584" actId="122"/>
          <ac:spMkLst>
            <pc:docMk/>
            <pc:sldMk cId="3051431441" sldId="314"/>
            <ac:spMk id="2" creationId="{BE3A2E20-859C-E40A-E064-75CF377E93C5}"/>
          </ac:spMkLst>
        </pc:spChg>
        <pc:spChg chg="mod">
          <ac:chgData name="Pavan Kumar" userId="8d8027a8d0f9c367" providerId="LiveId" clId="{793B1612-BA98-40D8-BABD-E18C3BDDC0B8}" dt="2026-09-09T16:36:07.535" v="576" actId="2711"/>
          <ac:spMkLst>
            <pc:docMk/>
            <pc:sldMk cId="3051431441" sldId="314"/>
            <ac:spMk id="3" creationId="{74227E29-F77A-543F-0694-F0EC296CD21A}"/>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16:20:37.240"/>
    </inkml:context>
    <inkml:brush xml:id="br0">
      <inkml:brushProperty name="width" value="0.035" units="cm"/>
      <inkml:brushProperty name="height" value="0.035" units="cm"/>
    </inkml:brush>
  </inkml:definitions>
  <inkml:trace contextRef="#ctx0" brushRef="#br0">164 48 24575,'7'9'0,"0"0"0,-1 0 0,0 1 0,-1 0 0,0 0 0,0 0 0,2 12 0,9 14 0,43 102 0,-57-134 0,-1-1 0,0 1 0,0 0 0,0 0 0,-1-1 0,1 1 0,-1 6 0,0-10 0,0 1 0,0-1 0,0 1 0,0-1 0,0 1 0,0-1 0,0 1 0,0-1 0,0 1 0,-1-1 0,1 0 0,0 1 0,0-1 0,-1 1 0,1-1 0,0 1 0,0-1 0,-1 0 0,1 1 0,-1-1 0,1 0 0,0 1 0,-1-1 0,0 1 0,0-1 0,0 0 0,0 0 0,0 0 0,0 0 0,0 0 0,0-1 0,0 1 0,0 0 0,0 0 0,0-1 0,1 1 0,-1 0 0,0-1 0,0 1 0,0-1 0,0 1 0,0-1 0,0 0 0,-8-7 0,1 0 0,1 0 0,-1-1 0,1 0 0,1 0 0,-1-1 0,2 1 0,-8-18 0,-10-42 0,20 55 0,0 1 0,-2 0 0,0 0 0,0 0 0,-1 1 0,-1-1 0,-11-16 0,17 29 0,1-1 0,-1 1 0,1-1 0,-1 1 0,1-1 0,-1 1 0,1-1 0,-1 1 0,1-1 0,0 1 0,-1-1 0,1 0 0,0 1 0,0-1 0,-1 1 0,1-1 0,0 0 0,0 1 0,0-1 0,0 0 0,0 1 0,0-1 0,0 0 0,0 1 0,0-1 0,0 0 0,0 1 0,0-1 0,1 0 0,-1 1 0,0-1 0,0 1 0,1-1 0,-1 0 0,0 1 0,1-1 0,-1 1 0,1-1 0,-1 1 0,1-1 0,-1 1 0,1-1 0,0 0 0,0 1 0,1-1 0,-1 1 0,1-1 0,-1 1 0,1 0 0,-1-1 0,1 1 0,-1 0 0,1 0 0,-1 0 0,1 0 0,-1 0 0,1 1 0,-1-1 0,1 0 0,-1 1 0,1-1 0,1 2 0,2 0 0,1 1 0,-1 0 0,0 0 0,0 1 0,-1-1 0,1 1 0,-1 0 0,1 0 0,-1 1 0,-1-1 0,1 1 0,-1 0 0,1 0 0,-1 0 0,-1 0 0,1 1 0,-1-1 0,0 1 0,0 0 0,1 8 0,-2-7 0,0 0 0,-1 0 0,0 0 0,-1 0 0,1 0 0,-1 0 0,-1 0 0,1 0 0,-1 0 0,-1-1 0,1 1 0,-1-1 0,0 1 0,0-1 0,-1 0 0,0 0 0,-5 6 0,-2 3 0,-20 24 0,29-37 0,1-1 0,-1 1 0,0 0 0,0-1 0,0 1 0,0-1 0,0 1 0,-1-1 0,1 0 0,0 0 0,-1 0 0,1 0 0,-1 0 0,1-1 0,-3 1 0,3-1 0,1 0 0,0-1 0,0 1 0,0 0 0,-1-1 0,1 1 0,0-1 0,0 1 0,0-1 0,0 0 0,0 0 0,0 1 0,0-1 0,0 0 0,1 0 0,-1 0 0,0 0 0,0 0 0,1 0 0,-1 0 0,0 0 0,1 0 0,-1 0 0,1 0 0,0 0 0,-1-1 0,1 1 0,0 0 0,0 0 0,-1-3 0,-2-41 0,3 40 0,2-31 0,-1-27 0,-1 59 0,0 0 0,-1 0 0,1 1 0,-1-1 0,0 0 0,0 0 0,-1 1 0,1-1 0,-1 1 0,0-1 0,0 1 0,-3-5 0,5 7 0,0 1 0,-1-1 0,1 1 0,-1 0 0,1-1 0,0 1 0,-1-1 0,1 1 0,-1 0 0,1-1 0,-1 1 0,1 0 0,-1-1 0,0 1 0,1 0 0,-1 0 0,1 0 0,-1 0 0,1-1 0,-1 1 0,0 0 0,1 0 0,-1 0 0,1 0 0,-1 0 0,0 0 0,1 1 0,-1-1 0,1 0 0,-1 0 0,0 1 0,-14 16 0,-1 26 0,-10 83 0,27-235 0,-3 42 0,2 57 0,0 3 0,0 0 0,0 0 0,1 1 0,-1-1 0,5-13 0,-5 18 0,1 0 0,0 1 0,0-1 0,0 0 0,0 0 0,1 0 0,-1 1 0,0-1 0,1 1 0,-1-1 0,1 1 0,0 0 0,-1-1 0,1 1 0,0 0 0,0 0 0,0 0 0,-1 0 0,1 1 0,0-1 0,0 0 0,0 1 0,5-1 0,1 0 0,1-1 0,0 2 0,0-1 0,0 1 0,0 1 0,-1 0 0,1 0 0,0 0 0,0 1 0,-1 1 0,1 0 0,-1 0 0,0 0 0,11 7 0,-18-10 0,0 0 0,-1 1 0,1-1 0,0 0 0,-1 1 0,1-1 0,-1 1 0,1-1 0,0 1 0,-1-1 0,1 1 0,-1-1 0,1 1 0,-1 0 0,0-1 0,1 1 0,-1 0 0,0-1 0,1 1 0,-1 0 0,0-1 0,0 1 0,1 0 0,-1 0 0,0-1 0,0 1 0,0 0 0,0 0 0,0-1 0,0 1 0,0 0 0,0 0 0,-1-1 0,1 1 0,0 0 0,0 0 0,-1-1 0,1 1 0,0 0 0,-1-1 0,1 1 0,-1 0 0,1-1 0,-1 1 0,1-1 0,-1 1 0,1-1 0,-1 1 0,1-1 0,-1 1 0,0-1 0,1 0 0,-1 1 0,0-1 0,-1 1 0,-2 1 0,-1 1 0,0-1 0,0 0 0,0-1 0,-1 1 0,-6 0 0,-10 0 0,16-2 0,0 1 0,-1-1 0,1 1 0,0 1 0,-10 2 0,14-3 0,0 0 0,0 0 0,0 0 0,1 1 0,-1-1 0,0 0 0,1 1 0,-1-1 0,1 1 0,-1-1 0,1 1 0,0 0 0,0 0 0,-1-1 0,1 1 0,1 0 0,-1 0 0,0 0 0,0 0 0,1 0 0,-1 3 0,-1 2 0,1 0 0,0-1 0,1 1 0,-1 0 0,1 0 0,0 0 0,1 0 0,2 9 0,-3-13 0,1-1 0,0 1 0,0-1 0,0 1 0,0-1 0,0 0 0,0 0 0,1 0 0,-1 1 0,1-1 0,-1 0 0,1-1 0,0 1 0,0 0 0,0 0 0,0-1 0,0 0 0,0 1 0,0-1 0,1 0 0,-1 0 0,0 0 0,1 0 0,-1 0 0,4 0 0,2 1 0,-1-1 0,0 0 0,1-1 0,-1 1 0,1-1 0,-1-1 0,14-1 0,-19 1 0,1 0 0,-1 1 0,1-1 0,-1 0 0,0 0 0,0-1 0,1 1 0,-1 0 0,0-1 0,0 1 0,0-1 0,0 0 0,0 1 0,-1-1 0,1 0 0,0 0 0,-1 0 0,0 0 0,1-1 0,-1 1 0,0 0 0,0-1 0,0 1 0,0 0 0,0-5 0,2-11 0,-1 1 0,-1-1 0,-1 0 0,0 1 0,-2-1 0,1 1 0,-7-21 0,8 35 0,-1 0 0,0 0 0,0 0 0,-1 1 0,1-1 0,-1 1 0,1-1 0,-1 1 0,0-1 0,0 1 0,0 0 0,0 0 0,0 0 0,-1 0 0,1 0 0,0 1 0,-1-1 0,1 1 0,-1-1 0,0 1 0,0 0 0,1 0 0,-1 0 0,0 0 0,-3 0 0,3 1 0,1 0 0,0 0 0,0 0 0,0 0 0,0 0 0,-1 1 0,1-1 0,0 1 0,0-1 0,0 1 0,0 0 0,0 0 0,0 0 0,0 0 0,0 0 0,0 0 0,1 1 0,-1-1 0,0 0 0,1 1 0,-1 0 0,1-1 0,0 1 0,-1 0 0,1 0 0,0-1 0,0 1 0,0 0 0,0 0 0,0 0 0,1 1 0,-1-1 0,1 0 0,-1 3 0,-2 15 0,1 0 0,1 1 0,1-1 0,5 41 0,-5-59 0,0 0 0,0 0 0,0 0 0,1 0 0,-1-1 0,1 1 0,-1 0 0,1 0 0,0 0 0,-1 0 0,1-1 0,0 1 0,0 0 0,0-1 0,1 1 0,-1-1 0,0 1 0,1-1 0,-1 0 0,1 1 0,-1-1 0,1 0 0,2 2 0,-1-3 0,0 1 0,-1-1 0,1 1 0,0-1 0,-1 0 0,1 0 0,0 0 0,-1 0 0,1-1 0,0 1 0,-1-1 0,1 0 0,0 0 0,-1 1 0,3-3 0,3-1 0,0 0 0,-1 0 0,1-1 0,-1 0 0,0 0 0,-1-1 0,1 0 0,-1 0 0,-1 0 0,6-8 0,-9 12 0,-1-1 0,1 0 0,-1 1 0,0-1 0,1 0 0,-1 0 0,-1 1 0,1-1 0,0 0 0,-1 0 0,0 0 0,1 0 0,-1 0 0,0 0 0,0 0 0,-1 0 0,1 0 0,-1 0 0,0-3 0,-1 2 0,0 1 0,0-1 0,0 1 0,0-1 0,0 1 0,-1 0 0,1 0 0,-1 0 0,0 0 0,0 1 0,0-1 0,-6-3 0,1 1 0,0 1 0,0 0 0,-1 0 0,1 1 0,-1 0 0,0 0 0,0 1 0,0 0 0,0 1 0,0 0 0,-16 0 0,23 1 0,-1 0 0,1 0 0,0 0 0,-1 1 0,1-1 0,0 1 0,-1-1 0,1 1 0,0 0 0,-1 0 0,1 0 0,0 0 0,0 0 0,0 1 0,0-1 0,0 0 0,0 1 0,1 0 0,-1-1 0,0 1 0,1 0 0,-1 0 0,1 0 0,0 0 0,-2 2 0,2 0 0,1 0 0,-1-1 0,1 1 0,-1-1 0,1 1 0,0 0 0,1-1 0,-1 1 0,1-1 0,-1 1 0,1-1 0,0 1 0,0-1 0,1 1 0,-1-1 0,3 4 0,50 102 0,-53-106 0,1-1 0,-1 0 0,1 0 0,-1 0 0,1 0 0,0 0 0,0 0 0,-1-1 0,1 1 0,0-1 0,1 1 0,-1-1 0,0 0 0,0 1 0,1-1 0,-1 0 0,0-1 0,1 1 0,-1 0 0,1-1 0,-1 1 0,1-1 0,-1 0 0,1 0 0,0 0 0,-1 0 0,1 0 0,-1-1 0,1 1 0,-1-1 0,1 1 0,-1-1 0,1 0 0,-1 0 0,0 0 0,0 0 0,1-1 0,-1 1 0,0-1 0,0 1 0,0-1 0,0 0 0,-1 1 0,1-1 0,1-3 0,5-9 0,0-1 0,-2 0 0,0 0 0,5-22 0,-1 5 0,-6 50 0,-3 16 0,-1-28 0,-1-2 0,1 0 0,0-1 0,0 1 0,0 0 0,1 0 0,-1 0 0,1-1 0,0 1 0,0 0 0,0-1 0,3 6 0,-4-9 0,0 0 0,1 1 0,-1-1 0,0 0 0,0 0 0,0 0 0,1 0 0,-1 0 0,0 0 0,0 0 0,0 0 0,1 0 0,-1 0 0,0 1 0,0-1 0,0 0 0,1 0 0,-1 0 0,0 0 0,0-1 0,0 1 0,1 0 0,-1 0 0,0 0 0,0 0 0,1 0 0,-1 0 0,0 0 0,0 0 0,0 0 0,0 0 0,1-1 0,-1 1 0,0 0 0,0 0 0,0 0 0,0 0 0,1 0 0,-1-1 0,0 1 0,0 0 0,0 0 0,0 0 0,0-1 0,0 1 0,0 0 0,0 0 0,0 0 0,0-1 0,0 1 0,1 0 0,-1 0 0,0 0 0,0-1 0,-1 1 0,1 0 0,0 0 0,0-1 0,0 1 0,0 0 0,4-16 0,-2-21 0,-1-46 0,-1 70 0,-1 168 0,3-198 0,-1 29 0,0 0 0,-1 0 0,0 1 0,-1-1 0,0 0 0,-6-21 0,-7 10-1365,10 19-5461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16:20:41.181"/>
    </inkml:context>
    <inkml:brush xml:id="br0">
      <inkml:brushProperty name="width" value="0.035" units="cm"/>
      <inkml:brushProperty name="height" value="0.035" units="cm"/>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AC6A22-0359-4F79-9770-D5A846D42416}" type="datetimeFigureOut">
              <a:rPr lang="en-IN" smtClean="0"/>
              <a:t>09-09-2026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B3C89E-FA9F-4126-A540-42429B28A505}" type="slidenum">
              <a:rPr lang="en-IN" smtClean="0"/>
              <a:t>‹#›</a:t>
            </a:fld>
            <a:endParaRPr lang="en-IN"/>
          </a:p>
        </p:txBody>
      </p:sp>
    </p:spTree>
    <p:extLst>
      <p:ext uri="{BB962C8B-B14F-4D97-AF65-F5344CB8AC3E}">
        <p14:creationId xmlns:p14="http://schemas.microsoft.com/office/powerpoint/2010/main" val="4247738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119D3-F19C-7129-8604-B0B4449E21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BA6A42E-E740-45C9-BE63-1F1FB8CDE1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523CE56-10F7-D750-FCF0-3F0C5DDCC6A5}"/>
              </a:ext>
            </a:extLst>
          </p:cNvPr>
          <p:cNvSpPr>
            <a:spLocks noGrp="1"/>
          </p:cNvSpPr>
          <p:nvPr>
            <p:ph type="dt" sz="half" idx="10"/>
          </p:nvPr>
        </p:nvSpPr>
        <p:spPr/>
        <p:txBody>
          <a:bodyPr/>
          <a:lstStyle/>
          <a:p>
            <a:fld id="{711BD719-7130-4A99-AC4C-06BDA9629077}" type="datetimeFigureOut">
              <a:rPr lang="en-IN" smtClean="0"/>
              <a:t>09-09-2026</a:t>
            </a:fld>
            <a:endParaRPr lang="en-IN"/>
          </a:p>
        </p:txBody>
      </p:sp>
      <p:sp>
        <p:nvSpPr>
          <p:cNvPr id="5" name="Footer Placeholder 4">
            <a:extLst>
              <a:ext uri="{FF2B5EF4-FFF2-40B4-BE49-F238E27FC236}">
                <a16:creationId xmlns:a16="http://schemas.microsoft.com/office/drawing/2014/main" id="{389B069A-6A45-245B-5488-4527686EB2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8118CE-B100-D02A-BD71-840A22A561CF}"/>
              </a:ext>
            </a:extLst>
          </p:cNvPr>
          <p:cNvSpPr>
            <a:spLocks noGrp="1"/>
          </p:cNvSpPr>
          <p:nvPr>
            <p:ph type="sldNum" sz="quarter" idx="12"/>
          </p:nvPr>
        </p:nvSpPr>
        <p:spPr/>
        <p:txBody>
          <a:bodyPr/>
          <a:lstStyle/>
          <a:p>
            <a:fld id="{D919D2F6-B6BF-4607-98D1-C03B5CBDBAC9}" type="slidenum">
              <a:rPr lang="en-IN" smtClean="0"/>
              <a:t>‹#›</a:t>
            </a:fld>
            <a:endParaRPr lang="en-IN"/>
          </a:p>
        </p:txBody>
      </p:sp>
    </p:spTree>
    <p:extLst>
      <p:ext uri="{BB962C8B-B14F-4D97-AF65-F5344CB8AC3E}">
        <p14:creationId xmlns:p14="http://schemas.microsoft.com/office/powerpoint/2010/main" val="3948506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5487E-67A1-EE45-9CDF-1ABB99509C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2247FBB-F6C4-D68D-5820-C9C89C61FD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67A9D6-5CD3-795D-E5A3-0DE766ED0F37}"/>
              </a:ext>
            </a:extLst>
          </p:cNvPr>
          <p:cNvSpPr>
            <a:spLocks noGrp="1"/>
          </p:cNvSpPr>
          <p:nvPr>
            <p:ph type="dt" sz="half" idx="10"/>
          </p:nvPr>
        </p:nvSpPr>
        <p:spPr/>
        <p:txBody>
          <a:bodyPr/>
          <a:lstStyle/>
          <a:p>
            <a:fld id="{711BD719-7130-4A99-AC4C-06BDA9629077}" type="datetimeFigureOut">
              <a:rPr lang="en-IN" smtClean="0"/>
              <a:t>09-09-2026</a:t>
            </a:fld>
            <a:endParaRPr lang="en-IN"/>
          </a:p>
        </p:txBody>
      </p:sp>
      <p:sp>
        <p:nvSpPr>
          <p:cNvPr id="5" name="Footer Placeholder 4">
            <a:extLst>
              <a:ext uri="{FF2B5EF4-FFF2-40B4-BE49-F238E27FC236}">
                <a16:creationId xmlns:a16="http://schemas.microsoft.com/office/drawing/2014/main" id="{050835F3-6020-6715-9BEB-68762ED901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777807-AB5E-2285-2905-FB381E6B0B86}"/>
              </a:ext>
            </a:extLst>
          </p:cNvPr>
          <p:cNvSpPr>
            <a:spLocks noGrp="1"/>
          </p:cNvSpPr>
          <p:nvPr>
            <p:ph type="sldNum" sz="quarter" idx="12"/>
          </p:nvPr>
        </p:nvSpPr>
        <p:spPr/>
        <p:txBody>
          <a:bodyPr/>
          <a:lstStyle/>
          <a:p>
            <a:fld id="{D919D2F6-B6BF-4607-98D1-C03B5CBDBAC9}" type="slidenum">
              <a:rPr lang="en-IN" smtClean="0"/>
              <a:t>‹#›</a:t>
            </a:fld>
            <a:endParaRPr lang="en-IN"/>
          </a:p>
        </p:txBody>
      </p:sp>
    </p:spTree>
    <p:extLst>
      <p:ext uri="{BB962C8B-B14F-4D97-AF65-F5344CB8AC3E}">
        <p14:creationId xmlns:p14="http://schemas.microsoft.com/office/powerpoint/2010/main" val="3760325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26FEC-5214-1662-BB9B-91C544B0F4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BAF9C6C-EDE1-DA0E-4905-11D94A86647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B738AB4-3E5B-43A9-A7DB-98862C09F905}"/>
              </a:ext>
            </a:extLst>
          </p:cNvPr>
          <p:cNvSpPr>
            <a:spLocks noGrp="1"/>
          </p:cNvSpPr>
          <p:nvPr>
            <p:ph type="dt" sz="half" idx="10"/>
          </p:nvPr>
        </p:nvSpPr>
        <p:spPr/>
        <p:txBody>
          <a:bodyPr/>
          <a:lstStyle/>
          <a:p>
            <a:fld id="{711BD719-7130-4A99-AC4C-06BDA9629077}" type="datetimeFigureOut">
              <a:rPr lang="en-IN" smtClean="0"/>
              <a:t>09-09-2026</a:t>
            </a:fld>
            <a:endParaRPr lang="en-IN"/>
          </a:p>
        </p:txBody>
      </p:sp>
      <p:sp>
        <p:nvSpPr>
          <p:cNvPr id="5" name="Footer Placeholder 4">
            <a:extLst>
              <a:ext uri="{FF2B5EF4-FFF2-40B4-BE49-F238E27FC236}">
                <a16:creationId xmlns:a16="http://schemas.microsoft.com/office/drawing/2014/main" id="{1824B89B-7AE1-589A-F35E-3173693E6E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BC76EB-12B7-9642-078F-B53F0E2569C2}"/>
              </a:ext>
            </a:extLst>
          </p:cNvPr>
          <p:cNvSpPr>
            <a:spLocks noGrp="1"/>
          </p:cNvSpPr>
          <p:nvPr>
            <p:ph type="sldNum" sz="quarter" idx="12"/>
          </p:nvPr>
        </p:nvSpPr>
        <p:spPr/>
        <p:txBody>
          <a:bodyPr/>
          <a:lstStyle/>
          <a:p>
            <a:fld id="{D919D2F6-B6BF-4607-98D1-C03B5CBDBAC9}" type="slidenum">
              <a:rPr lang="en-IN" smtClean="0"/>
              <a:t>‹#›</a:t>
            </a:fld>
            <a:endParaRPr lang="en-IN"/>
          </a:p>
        </p:txBody>
      </p:sp>
    </p:spTree>
    <p:extLst>
      <p:ext uri="{BB962C8B-B14F-4D97-AF65-F5344CB8AC3E}">
        <p14:creationId xmlns:p14="http://schemas.microsoft.com/office/powerpoint/2010/main" val="2582266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0F8ED-3CA5-03C1-0DC9-5AE43A00CDE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3234BEF-1B82-F306-F422-BBEFA268F9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B151BC8-CF6D-9EA8-3A2F-F030E96D0B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F72234C-C268-F739-DE0D-34481BF158E5}"/>
              </a:ext>
            </a:extLst>
          </p:cNvPr>
          <p:cNvSpPr>
            <a:spLocks noGrp="1"/>
          </p:cNvSpPr>
          <p:nvPr>
            <p:ph type="dt" sz="half" idx="10"/>
          </p:nvPr>
        </p:nvSpPr>
        <p:spPr/>
        <p:txBody>
          <a:bodyPr/>
          <a:lstStyle/>
          <a:p>
            <a:fld id="{711BD719-7130-4A99-AC4C-06BDA9629077}" type="datetimeFigureOut">
              <a:rPr lang="en-IN" smtClean="0"/>
              <a:t>09-09-2026</a:t>
            </a:fld>
            <a:endParaRPr lang="en-IN"/>
          </a:p>
        </p:txBody>
      </p:sp>
      <p:sp>
        <p:nvSpPr>
          <p:cNvPr id="6" name="Footer Placeholder 5">
            <a:extLst>
              <a:ext uri="{FF2B5EF4-FFF2-40B4-BE49-F238E27FC236}">
                <a16:creationId xmlns:a16="http://schemas.microsoft.com/office/drawing/2014/main" id="{EC6F7399-F48C-FEB8-A9D8-91FDEF0E28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5C3DCFD-E190-3A7D-4927-EB66AB8B9F5F}"/>
              </a:ext>
            </a:extLst>
          </p:cNvPr>
          <p:cNvSpPr>
            <a:spLocks noGrp="1"/>
          </p:cNvSpPr>
          <p:nvPr>
            <p:ph type="sldNum" sz="quarter" idx="12"/>
          </p:nvPr>
        </p:nvSpPr>
        <p:spPr/>
        <p:txBody>
          <a:bodyPr/>
          <a:lstStyle/>
          <a:p>
            <a:fld id="{D919D2F6-B6BF-4607-98D1-C03B5CBDBAC9}" type="slidenum">
              <a:rPr lang="en-IN" smtClean="0"/>
              <a:t>‹#›</a:t>
            </a:fld>
            <a:endParaRPr lang="en-IN"/>
          </a:p>
        </p:txBody>
      </p:sp>
    </p:spTree>
    <p:extLst>
      <p:ext uri="{BB962C8B-B14F-4D97-AF65-F5344CB8AC3E}">
        <p14:creationId xmlns:p14="http://schemas.microsoft.com/office/powerpoint/2010/main" val="2182826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61C74-642A-D412-1CF5-1AE674F64CB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CA364D7-AD7F-9C33-A92E-3B9439E91B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A08630-7D7B-B468-1000-36EF0F9602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85F1469-0C2A-705C-3536-6ABA148C89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31B0E5-64B1-AC52-B274-D116066137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DF1DB3D-94B4-F64F-E099-1F07D144D9F1}"/>
              </a:ext>
            </a:extLst>
          </p:cNvPr>
          <p:cNvSpPr>
            <a:spLocks noGrp="1"/>
          </p:cNvSpPr>
          <p:nvPr>
            <p:ph type="dt" sz="half" idx="10"/>
          </p:nvPr>
        </p:nvSpPr>
        <p:spPr/>
        <p:txBody>
          <a:bodyPr/>
          <a:lstStyle/>
          <a:p>
            <a:fld id="{711BD719-7130-4A99-AC4C-06BDA9629077}" type="datetimeFigureOut">
              <a:rPr lang="en-IN" smtClean="0"/>
              <a:t>09-09-2026</a:t>
            </a:fld>
            <a:endParaRPr lang="en-IN"/>
          </a:p>
        </p:txBody>
      </p:sp>
      <p:sp>
        <p:nvSpPr>
          <p:cNvPr id="8" name="Footer Placeholder 7">
            <a:extLst>
              <a:ext uri="{FF2B5EF4-FFF2-40B4-BE49-F238E27FC236}">
                <a16:creationId xmlns:a16="http://schemas.microsoft.com/office/drawing/2014/main" id="{5CA2C4A1-4718-41E6-7396-528BEDB6AB0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BA85CF7-7BC3-449F-F154-B3A1600D0C66}"/>
              </a:ext>
            </a:extLst>
          </p:cNvPr>
          <p:cNvSpPr>
            <a:spLocks noGrp="1"/>
          </p:cNvSpPr>
          <p:nvPr>
            <p:ph type="sldNum" sz="quarter" idx="12"/>
          </p:nvPr>
        </p:nvSpPr>
        <p:spPr/>
        <p:txBody>
          <a:bodyPr/>
          <a:lstStyle/>
          <a:p>
            <a:fld id="{D919D2F6-B6BF-4607-98D1-C03B5CBDBAC9}" type="slidenum">
              <a:rPr lang="en-IN" smtClean="0"/>
              <a:t>‹#›</a:t>
            </a:fld>
            <a:endParaRPr lang="en-IN"/>
          </a:p>
        </p:txBody>
      </p:sp>
    </p:spTree>
    <p:extLst>
      <p:ext uri="{BB962C8B-B14F-4D97-AF65-F5344CB8AC3E}">
        <p14:creationId xmlns:p14="http://schemas.microsoft.com/office/powerpoint/2010/main" val="2047521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42A7E-191A-8870-8E3E-754272A1A2E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49D3972-8AE8-D5EC-F954-7DC831F33EC5}"/>
              </a:ext>
            </a:extLst>
          </p:cNvPr>
          <p:cNvSpPr>
            <a:spLocks noGrp="1"/>
          </p:cNvSpPr>
          <p:nvPr>
            <p:ph type="dt" sz="half" idx="10"/>
          </p:nvPr>
        </p:nvSpPr>
        <p:spPr/>
        <p:txBody>
          <a:bodyPr/>
          <a:lstStyle/>
          <a:p>
            <a:fld id="{711BD719-7130-4A99-AC4C-06BDA9629077}" type="datetimeFigureOut">
              <a:rPr lang="en-IN" smtClean="0"/>
              <a:t>09-09-2026</a:t>
            </a:fld>
            <a:endParaRPr lang="en-IN"/>
          </a:p>
        </p:txBody>
      </p:sp>
      <p:sp>
        <p:nvSpPr>
          <p:cNvPr id="4" name="Footer Placeholder 3">
            <a:extLst>
              <a:ext uri="{FF2B5EF4-FFF2-40B4-BE49-F238E27FC236}">
                <a16:creationId xmlns:a16="http://schemas.microsoft.com/office/drawing/2014/main" id="{99D5A156-CDB9-D821-18B7-ADCF1D5020F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C7D10E3-9922-5354-BB46-3A0958D2A601}"/>
              </a:ext>
            </a:extLst>
          </p:cNvPr>
          <p:cNvSpPr>
            <a:spLocks noGrp="1"/>
          </p:cNvSpPr>
          <p:nvPr>
            <p:ph type="sldNum" sz="quarter" idx="12"/>
          </p:nvPr>
        </p:nvSpPr>
        <p:spPr/>
        <p:txBody>
          <a:bodyPr/>
          <a:lstStyle/>
          <a:p>
            <a:fld id="{D919D2F6-B6BF-4607-98D1-C03B5CBDBAC9}" type="slidenum">
              <a:rPr lang="en-IN" smtClean="0"/>
              <a:t>‹#›</a:t>
            </a:fld>
            <a:endParaRPr lang="en-IN"/>
          </a:p>
        </p:txBody>
      </p:sp>
    </p:spTree>
    <p:extLst>
      <p:ext uri="{BB962C8B-B14F-4D97-AF65-F5344CB8AC3E}">
        <p14:creationId xmlns:p14="http://schemas.microsoft.com/office/powerpoint/2010/main" val="2858984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52BE48-36AC-50C6-6039-1072534364CF}"/>
              </a:ext>
            </a:extLst>
          </p:cNvPr>
          <p:cNvSpPr>
            <a:spLocks noGrp="1"/>
          </p:cNvSpPr>
          <p:nvPr>
            <p:ph type="dt" sz="half" idx="10"/>
          </p:nvPr>
        </p:nvSpPr>
        <p:spPr/>
        <p:txBody>
          <a:bodyPr/>
          <a:lstStyle/>
          <a:p>
            <a:fld id="{711BD719-7130-4A99-AC4C-06BDA9629077}" type="datetimeFigureOut">
              <a:rPr lang="en-IN" smtClean="0"/>
              <a:t>09-09-2026</a:t>
            </a:fld>
            <a:endParaRPr lang="en-IN"/>
          </a:p>
        </p:txBody>
      </p:sp>
      <p:sp>
        <p:nvSpPr>
          <p:cNvPr id="3" name="Footer Placeholder 2">
            <a:extLst>
              <a:ext uri="{FF2B5EF4-FFF2-40B4-BE49-F238E27FC236}">
                <a16:creationId xmlns:a16="http://schemas.microsoft.com/office/drawing/2014/main" id="{43CCAF5E-33A0-84FA-58FF-1BB38EBF3C1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2F67F8F-D8B3-3A07-AA2E-E904149B3669}"/>
              </a:ext>
            </a:extLst>
          </p:cNvPr>
          <p:cNvSpPr>
            <a:spLocks noGrp="1"/>
          </p:cNvSpPr>
          <p:nvPr>
            <p:ph type="sldNum" sz="quarter" idx="12"/>
          </p:nvPr>
        </p:nvSpPr>
        <p:spPr/>
        <p:txBody>
          <a:bodyPr/>
          <a:lstStyle/>
          <a:p>
            <a:fld id="{D919D2F6-B6BF-4607-98D1-C03B5CBDBAC9}" type="slidenum">
              <a:rPr lang="en-IN" smtClean="0"/>
              <a:t>‹#›</a:t>
            </a:fld>
            <a:endParaRPr lang="en-IN"/>
          </a:p>
        </p:txBody>
      </p:sp>
    </p:spTree>
    <p:extLst>
      <p:ext uri="{BB962C8B-B14F-4D97-AF65-F5344CB8AC3E}">
        <p14:creationId xmlns:p14="http://schemas.microsoft.com/office/powerpoint/2010/main" val="2116399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5C88A-B265-3433-6199-81499947BB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92522D5-8F57-A1D0-0CB5-DEB23F4519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74886A1-D805-704A-20F3-8D5725017F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18ED5D-24AB-8A1E-E149-8FEF547B4BFB}"/>
              </a:ext>
            </a:extLst>
          </p:cNvPr>
          <p:cNvSpPr>
            <a:spLocks noGrp="1"/>
          </p:cNvSpPr>
          <p:nvPr>
            <p:ph type="dt" sz="half" idx="10"/>
          </p:nvPr>
        </p:nvSpPr>
        <p:spPr/>
        <p:txBody>
          <a:bodyPr/>
          <a:lstStyle/>
          <a:p>
            <a:fld id="{711BD719-7130-4A99-AC4C-06BDA9629077}" type="datetimeFigureOut">
              <a:rPr lang="en-IN" smtClean="0"/>
              <a:t>09-09-2026</a:t>
            </a:fld>
            <a:endParaRPr lang="en-IN"/>
          </a:p>
        </p:txBody>
      </p:sp>
      <p:sp>
        <p:nvSpPr>
          <p:cNvPr id="6" name="Footer Placeholder 5">
            <a:extLst>
              <a:ext uri="{FF2B5EF4-FFF2-40B4-BE49-F238E27FC236}">
                <a16:creationId xmlns:a16="http://schemas.microsoft.com/office/drawing/2014/main" id="{2AAF06B0-961B-BA01-98F3-92CDA89900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C6C696-B5D5-8F02-6906-1228ACB72878}"/>
              </a:ext>
            </a:extLst>
          </p:cNvPr>
          <p:cNvSpPr>
            <a:spLocks noGrp="1"/>
          </p:cNvSpPr>
          <p:nvPr>
            <p:ph type="sldNum" sz="quarter" idx="12"/>
          </p:nvPr>
        </p:nvSpPr>
        <p:spPr/>
        <p:txBody>
          <a:bodyPr/>
          <a:lstStyle/>
          <a:p>
            <a:fld id="{D919D2F6-B6BF-4607-98D1-C03B5CBDBAC9}" type="slidenum">
              <a:rPr lang="en-IN" smtClean="0"/>
              <a:t>‹#›</a:t>
            </a:fld>
            <a:endParaRPr lang="en-IN"/>
          </a:p>
        </p:txBody>
      </p:sp>
    </p:spTree>
    <p:extLst>
      <p:ext uri="{BB962C8B-B14F-4D97-AF65-F5344CB8AC3E}">
        <p14:creationId xmlns:p14="http://schemas.microsoft.com/office/powerpoint/2010/main" val="1303022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D357C-20F7-D9A4-0FEE-FB20AC06A9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A13853D-E597-46E4-7A94-CB7A43BD1A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53E9F8A-C2A9-43C5-54FF-1E4E27EF94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BBA2CC-5310-B030-71FE-A16212B13F98}"/>
              </a:ext>
            </a:extLst>
          </p:cNvPr>
          <p:cNvSpPr>
            <a:spLocks noGrp="1"/>
          </p:cNvSpPr>
          <p:nvPr>
            <p:ph type="dt" sz="half" idx="10"/>
          </p:nvPr>
        </p:nvSpPr>
        <p:spPr/>
        <p:txBody>
          <a:bodyPr/>
          <a:lstStyle/>
          <a:p>
            <a:fld id="{711BD719-7130-4A99-AC4C-06BDA9629077}" type="datetimeFigureOut">
              <a:rPr lang="en-IN" smtClean="0"/>
              <a:t>09-09-2026</a:t>
            </a:fld>
            <a:endParaRPr lang="en-IN"/>
          </a:p>
        </p:txBody>
      </p:sp>
      <p:sp>
        <p:nvSpPr>
          <p:cNvPr id="6" name="Footer Placeholder 5">
            <a:extLst>
              <a:ext uri="{FF2B5EF4-FFF2-40B4-BE49-F238E27FC236}">
                <a16:creationId xmlns:a16="http://schemas.microsoft.com/office/drawing/2014/main" id="{69DC5A04-BEBD-7BAE-EE15-BBA410F4BD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04AD452-1DCD-8E38-25B1-C1D90177CF37}"/>
              </a:ext>
            </a:extLst>
          </p:cNvPr>
          <p:cNvSpPr>
            <a:spLocks noGrp="1"/>
          </p:cNvSpPr>
          <p:nvPr>
            <p:ph type="sldNum" sz="quarter" idx="12"/>
          </p:nvPr>
        </p:nvSpPr>
        <p:spPr/>
        <p:txBody>
          <a:bodyPr/>
          <a:lstStyle/>
          <a:p>
            <a:fld id="{D919D2F6-B6BF-4607-98D1-C03B5CBDBAC9}" type="slidenum">
              <a:rPr lang="en-IN" smtClean="0"/>
              <a:t>‹#›</a:t>
            </a:fld>
            <a:endParaRPr lang="en-IN"/>
          </a:p>
        </p:txBody>
      </p:sp>
    </p:spTree>
    <p:extLst>
      <p:ext uri="{BB962C8B-B14F-4D97-AF65-F5344CB8AC3E}">
        <p14:creationId xmlns:p14="http://schemas.microsoft.com/office/powerpoint/2010/main" val="1930762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E3F98-2A81-0CDC-C6D9-C4A23FFA450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2288C8D-C680-DC86-A617-FA9582DF9A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4270DE-23E0-1599-3972-A840188AD3F8}"/>
              </a:ext>
            </a:extLst>
          </p:cNvPr>
          <p:cNvSpPr>
            <a:spLocks noGrp="1"/>
          </p:cNvSpPr>
          <p:nvPr>
            <p:ph type="dt" sz="half" idx="10"/>
          </p:nvPr>
        </p:nvSpPr>
        <p:spPr/>
        <p:txBody>
          <a:bodyPr/>
          <a:lstStyle/>
          <a:p>
            <a:fld id="{711BD719-7130-4A99-AC4C-06BDA9629077}" type="datetimeFigureOut">
              <a:rPr lang="en-IN" smtClean="0"/>
              <a:t>09-09-2026</a:t>
            </a:fld>
            <a:endParaRPr lang="en-IN"/>
          </a:p>
        </p:txBody>
      </p:sp>
      <p:sp>
        <p:nvSpPr>
          <p:cNvPr id="5" name="Footer Placeholder 4">
            <a:extLst>
              <a:ext uri="{FF2B5EF4-FFF2-40B4-BE49-F238E27FC236}">
                <a16:creationId xmlns:a16="http://schemas.microsoft.com/office/drawing/2014/main" id="{E017AE0D-5EC1-FE34-8CA0-2A29595CC7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3E6074-D17B-D720-2750-66DD962C1241}"/>
              </a:ext>
            </a:extLst>
          </p:cNvPr>
          <p:cNvSpPr>
            <a:spLocks noGrp="1"/>
          </p:cNvSpPr>
          <p:nvPr>
            <p:ph type="sldNum" sz="quarter" idx="12"/>
          </p:nvPr>
        </p:nvSpPr>
        <p:spPr/>
        <p:txBody>
          <a:bodyPr/>
          <a:lstStyle/>
          <a:p>
            <a:fld id="{D919D2F6-B6BF-4607-98D1-C03B5CBDBAC9}" type="slidenum">
              <a:rPr lang="en-IN" smtClean="0"/>
              <a:t>‹#›</a:t>
            </a:fld>
            <a:endParaRPr lang="en-IN"/>
          </a:p>
        </p:txBody>
      </p:sp>
    </p:spTree>
    <p:extLst>
      <p:ext uri="{BB962C8B-B14F-4D97-AF65-F5344CB8AC3E}">
        <p14:creationId xmlns:p14="http://schemas.microsoft.com/office/powerpoint/2010/main" val="3798533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CD675C-AACC-89C3-BAEA-BCEE89261C5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49B330-243A-9E1B-783B-DBB26F41F4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C9E595-D4E3-5216-AF45-26F1D0E13DAC}"/>
              </a:ext>
            </a:extLst>
          </p:cNvPr>
          <p:cNvSpPr>
            <a:spLocks noGrp="1"/>
          </p:cNvSpPr>
          <p:nvPr>
            <p:ph type="dt" sz="half" idx="10"/>
          </p:nvPr>
        </p:nvSpPr>
        <p:spPr/>
        <p:txBody>
          <a:bodyPr/>
          <a:lstStyle/>
          <a:p>
            <a:fld id="{711BD719-7130-4A99-AC4C-06BDA9629077}" type="datetimeFigureOut">
              <a:rPr lang="en-IN" smtClean="0"/>
              <a:t>09-09-2026</a:t>
            </a:fld>
            <a:endParaRPr lang="en-IN"/>
          </a:p>
        </p:txBody>
      </p:sp>
      <p:sp>
        <p:nvSpPr>
          <p:cNvPr id="5" name="Footer Placeholder 4">
            <a:extLst>
              <a:ext uri="{FF2B5EF4-FFF2-40B4-BE49-F238E27FC236}">
                <a16:creationId xmlns:a16="http://schemas.microsoft.com/office/drawing/2014/main" id="{0C1DFD9E-785F-4309-6005-252682FF8F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1E1833-ED0E-0CAC-7D7E-F9893AC18128}"/>
              </a:ext>
            </a:extLst>
          </p:cNvPr>
          <p:cNvSpPr>
            <a:spLocks noGrp="1"/>
          </p:cNvSpPr>
          <p:nvPr>
            <p:ph type="sldNum" sz="quarter" idx="12"/>
          </p:nvPr>
        </p:nvSpPr>
        <p:spPr/>
        <p:txBody>
          <a:bodyPr/>
          <a:lstStyle/>
          <a:p>
            <a:fld id="{D919D2F6-B6BF-4607-98D1-C03B5CBDBAC9}" type="slidenum">
              <a:rPr lang="en-IN" smtClean="0"/>
              <a:t>‹#›</a:t>
            </a:fld>
            <a:endParaRPr lang="en-IN"/>
          </a:p>
        </p:txBody>
      </p:sp>
    </p:spTree>
    <p:extLst>
      <p:ext uri="{BB962C8B-B14F-4D97-AF65-F5344CB8AC3E}">
        <p14:creationId xmlns:p14="http://schemas.microsoft.com/office/powerpoint/2010/main" val="1313201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156157-D454-3FC1-1974-897B7B7BCE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FB569F7-A2C9-02EF-376D-72E1BBB30E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4C18A7-DE93-7FCD-E95F-CDF48E816B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1BD719-7130-4A99-AC4C-06BDA9629077}" type="datetimeFigureOut">
              <a:rPr lang="en-IN" smtClean="0"/>
              <a:t>09-09-2026</a:t>
            </a:fld>
            <a:endParaRPr lang="en-IN"/>
          </a:p>
        </p:txBody>
      </p:sp>
      <p:sp>
        <p:nvSpPr>
          <p:cNvPr id="5" name="Footer Placeholder 4">
            <a:extLst>
              <a:ext uri="{FF2B5EF4-FFF2-40B4-BE49-F238E27FC236}">
                <a16:creationId xmlns:a16="http://schemas.microsoft.com/office/drawing/2014/main" id="{C87FE438-BBCB-ED86-E02B-0C587AA823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373DC58-526F-D970-9925-C4EC69FB43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919D2F6-B6BF-4607-98D1-C03B5CBDBAC9}" type="slidenum">
              <a:rPr lang="en-IN" smtClean="0"/>
              <a:t>‹#›</a:t>
            </a:fld>
            <a:endParaRPr lang="en-IN"/>
          </a:p>
        </p:txBody>
      </p:sp>
    </p:spTree>
    <p:extLst>
      <p:ext uri="{BB962C8B-B14F-4D97-AF65-F5344CB8AC3E}">
        <p14:creationId xmlns:p14="http://schemas.microsoft.com/office/powerpoint/2010/main" val="1335275888"/>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mailto:ypkr2006@gmail.com"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customXml" Target="../ink/ink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22F3F-8510-4EAA-C2F5-DD5CF3B4A34D}"/>
              </a:ext>
            </a:extLst>
          </p:cNvPr>
          <p:cNvSpPr>
            <a:spLocks noGrp="1"/>
          </p:cNvSpPr>
          <p:nvPr>
            <p:ph type="ctrTitle"/>
          </p:nvPr>
        </p:nvSpPr>
        <p:spPr>
          <a:xfrm>
            <a:off x="1675001" y="1409540"/>
            <a:ext cx="9144000" cy="2028635"/>
          </a:xfrm>
        </p:spPr>
        <p:txBody>
          <a:bodyPr>
            <a:normAutofit/>
          </a:bodyPr>
          <a:lstStyle/>
          <a:p>
            <a:r>
              <a:rPr lang="en-US" b="1" dirty="0"/>
              <a:t>IBM University Engagement Project Submission</a:t>
            </a:r>
            <a:endParaRPr lang="en-IN" b="1"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EAC5AF10-E02B-5D27-FE5F-B8E83C17BF3A}"/>
              </a:ext>
            </a:extLst>
          </p:cNvPr>
          <p:cNvSpPr>
            <a:spLocks noGrp="1"/>
          </p:cNvSpPr>
          <p:nvPr>
            <p:ph type="subTitle" idx="1"/>
          </p:nvPr>
        </p:nvSpPr>
        <p:spPr>
          <a:xfrm>
            <a:off x="1481328" y="4434142"/>
            <a:ext cx="9229344" cy="640778"/>
          </a:xfrm>
        </p:spPr>
        <p:txBody>
          <a:bodyPr>
            <a:normAutofit fontScale="92500"/>
          </a:bodyPr>
          <a:lstStyle/>
          <a:p>
            <a:r>
              <a:rPr lang="en-US" b="1" i="1" dirty="0">
                <a:latin typeface="Arial" panose="020B0604020202020204" pitchFamily="34" charset="0"/>
                <a:cs typeface="Arial" panose="020B0604020202020204" pitchFamily="34" charset="0"/>
              </a:rPr>
              <a:t>“Exploring the Power of Agentic AI with IBM Granite and IBM Bob”</a:t>
            </a:r>
            <a:endParaRPr lang="en-IN" i="1"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13474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oogle Shape;96;p2">
            <a:extLst>
              <a:ext uri="{FF2B5EF4-FFF2-40B4-BE49-F238E27FC236}">
                <a16:creationId xmlns:a16="http://schemas.microsoft.com/office/drawing/2014/main" id="{E57C846F-3603-83DF-4C62-3F125EFA9087}"/>
              </a:ext>
            </a:extLst>
          </p:cNvPr>
          <p:cNvGraphicFramePr/>
          <p:nvPr>
            <p:extLst>
              <p:ext uri="{D42A27DB-BD31-4B8C-83A1-F6EECF244321}">
                <p14:modId xmlns:p14="http://schemas.microsoft.com/office/powerpoint/2010/main" val="2775119503"/>
              </p:ext>
            </p:extLst>
          </p:nvPr>
        </p:nvGraphicFramePr>
        <p:xfrm>
          <a:off x="109728" y="1939382"/>
          <a:ext cx="11972543" cy="3547018"/>
        </p:xfrm>
        <a:graphic>
          <a:graphicData uri="http://schemas.openxmlformats.org/drawingml/2006/table">
            <a:tbl>
              <a:tblPr>
                <a:noFill/>
              </a:tblPr>
              <a:tblGrid>
                <a:gridCol w="3203923">
                  <a:extLst>
                    <a:ext uri="{9D8B030D-6E8A-4147-A177-3AD203B41FA5}">
                      <a16:colId xmlns:a16="http://schemas.microsoft.com/office/drawing/2014/main" val="20000"/>
                    </a:ext>
                  </a:extLst>
                </a:gridCol>
                <a:gridCol w="2961314">
                  <a:extLst>
                    <a:ext uri="{9D8B030D-6E8A-4147-A177-3AD203B41FA5}">
                      <a16:colId xmlns:a16="http://schemas.microsoft.com/office/drawing/2014/main" val="20002"/>
                    </a:ext>
                  </a:extLst>
                </a:gridCol>
                <a:gridCol w="3154261">
                  <a:extLst>
                    <a:ext uri="{9D8B030D-6E8A-4147-A177-3AD203B41FA5}">
                      <a16:colId xmlns:a16="http://schemas.microsoft.com/office/drawing/2014/main" val="20003"/>
                    </a:ext>
                  </a:extLst>
                </a:gridCol>
                <a:gridCol w="2653045">
                  <a:extLst>
                    <a:ext uri="{9D8B030D-6E8A-4147-A177-3AD203B41FA5}">
                      <a16:colId xmlns:a16="http://schemas.microsoft.com/office/drawing/2014/main" val="20004"/>
                    </a:ext>
                  </a:extLst>
                </a:gridCol>
              </a:tblGrid>
              <a:tr h="1337946">
                <a:tc>
                  <a:txBody>
                    <a:bodyPr/>
                    <a:lstStyle/>
                    <a:p>
                      <a:pPr marL="0" marR="0" lvl="0" indent="0" algn="ctr" rtl="0">
                        <a:spcBef>
                          <a:spcPts val="0"/>
                        </a:spcBef>
                        <a:spcAft>
                          <a:spcPts val="0"/>
                        </a:spcAft>
                        <a:buNone/>
                      </a:pPr>
                      <a:r>
                        <a:rPr lang="en-US" sz="2000" b="1" u="none" strike="noStrike" cap="none" dirty="0">
                          <a:solidFill>
                            <a:schemeClr val="bg1"/>
                          </a:solidFill>
                          <a:latin typeface="Arial" panose="020B0604020202020204" pitchFamily="34" charset="0"/>
                          <a:cs typeface="Arial" panose="020B0604020202020204" pitchFamily="34" charset="0"/>
                        </a:rPr>
                        <a:t>Student Name</a:t>
                      </a:r>
                      <a:endParaRPr sz="2000" b="1" u="none" strike="noStrike" cap="none" dirty="0">
                        <a:solidFill>
                          <a:schemeClr val="bg1"/>
                        </a:solidFill>
                        <a:latin typeface="Arial" panose="020B0604020202020204" pitchFamily="34" charset="0"/>
                        <a:cs typeface="Arial" panose="020B0604020202020204" pitchFamily="34" charset="0"/>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2000" b="1" u="none" strike="noStrike" cap="none" dirty="0">
                          <a:solidFill>
                            <a:schemeClr val="bg1"/>
                          </a:solidFill>
                          <a:latin typeface="Arial" panose="020B0604020202020204" pitchFamily="34" charset="0"/>
                          <a:cs typeface="Arial" panose="020B0604020202020204" pitchFamily="34" charset="0"/>
                        </a:rPr>
                        <a:t>Recent Passport Photo</a:t>
                      </a:r>
                      <a:endParaRPr sz="2000" b="1" u="none" strike="noStrike" cap="none" dirty="0">
                        <a:solidFill>
                          <a:schemeClr val="bg1"/>
                        </a:solidFill>
                        <a:latin typeface="Arial" panose="020B0604020202020204" pitchFamily="34" charset="0"/>
                        <a:cs typeface="Arial" panose="020B0604020202020204" pitchFamily="34" charset="0"/>
                      </a:endParaRPr>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2000" b="1" i="0" u="none" strike="noStrike" cap="none" dirty="0">
                          <a:solidFill>
                            <a:srgbClr val="000000"/>
                          </a:solidFill>
                          <a:latin typeface="Arial" panose="020B0604020202020204" pitchFamily="34" charset="0"/>
                          <a:ea typeface="Calibri"/>
                          <a:cs typeface="Arial" panose="020B0604020202020204" pitchFamily="34" charset="0"/>
                          <a:sym typeface="Calibri"/>
                        </a:rPr>
                        <a:t>Email ID </a:t>
                      </a:r>
                      <a:endParaRPr sz="2000" b="1" i="0" u="none" strike="noStrike" cap="none" dirty="0">
                        <a:solidFill>
                          <a:srgbClr val="000000"/>
                        </a:solidFill>
                        <a:latin typeface="Arial" panose="020B0604020202020204" pitchFamily="34" charset="0"/>
                        <a:cs typeface="Arial" panose="020B0604020202020204" pitchFamily="34" charset="0"/>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2000" b="1" i="0" u="none" strike="noStrike" cap="none" dirty="0">
                          <a:solidFill>
                            <a:srgbClr val="000000"/>
                          </a:solidFill>
                          <a:latin typeface="Arial" panose="020B0604020202020204" pitchFamily="34" charset="0"/>
                          <a:ea typeface="Calibri"/>
                          <a:cs typeface="Arial" panose="020B0604020202020204" pitchFamily="34" charset="0"/>
                          <a:sym typeface="Calibri"/>
                        </a:rPr>
                        <a:t>Mobile number</a:t>
                      </a:r>
                      <a:endParaRPr sz="2000" b="1" i="0" u="none" strike="noStrike" cap="none" dirty="0">
                        <a:solidFill>
                          <a:srgbClr val="000000"/>
                        </a:solidFill>
                        <a:latin typeface="Arial" panose="020B0604020202020204" pitchFamily="34" charset="0"/>
                        <a:cs typeface="Arial" panose="020B0604020202020204" pitchFamily="34" charset="0"/>
                        <a:sym typeface="Arial"/>
                      </a:endParaRPr>
                    </a:p>
                    <a:p>
                      <a:pPr marL="0" marR="0" lvl="0" indent="0" algn="ctr" rtl="0">
                        <a:lnSpc>
                          <a:spcPct val="100000"/>
                        </a:lnSpc>
                        <a:spcBef>
                          <a:spcPts val="0"/>
                        </a:spcBef>
                        <a:spcAft>
                          <a:spcPts val="0"/>
                        </a:spcAft>
                        <a:buClr>
                          <a:schemeClr val="lt1"/>
                        </a:buClr>
                        <a:buSzPts val="1800"/>
                        <a:buFont typeface="Calibri"/>
                        <a:buNone/>
                      </a:pPr>
                      <a:r>
                        <a:rPr lang="en-US" sz="2000" b="1" i="0" u="none" strike="noStrike" cap="none" dirty="0">
                          <a:solidFill>
                            <a:srgbClr val="000000"/>
                          </a:solidFill>
                          <a:latin typeface="Arial" panose="020B0604020202020204" pitchFamily="34" charset="0"/>
                          <a:ea typeface="Calibri"/>
                          <a:cs typeface="Arial" panose="020B0604020202020204" pitchFamily="34" charset="0"/>
                          <a:sym typeface="Calibri"/>
                        </a:rPr>
                        <a:t>[WhatsApp] </a:t>
                      </a:r>
                      <a:endParaRPr sz="2000" b="1" i="0" u="none" strike="noStrike" cap="none" dirty="0">
                        <a:solidFill>
                          <a:srgbClr val="000000"/>
                        </a:solidFill>
                        <a:latin typeface="Arial" panose="020B0604020202020204" pitchFamily="34" charset="0"/>
                        <a:cs typeface="Arial" panose="020B0604020202020204" pitchFamily="34" charset="0"/>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2209072">
                <a:tc>
                  <a:txBody>
                    <a:bodyPr/>
                    <a:lstStyle/>
                    <a:p>
                      <a:pPr marL="0" marR="0" lvl="0" indent="0" algn="ctr" rtl="0">
                        <a:spcBef>
                          <a:spcPts val="0"/>
                        </a:spcBef>
                        <a:spcAft>
                          <a:spcPts val="0"/>
                        </a:spcAft>
                        <a:buNone/>
                      </a:pPr>
                      <a:endParaRPr lang="en-US" dirty="0">
                        <a:latin typeface="Arial" panose="020B0604020202020204" pitchFamily="34" charset="0"/>
                        <a:cs typeface="Arial" panose="020B0604020202020204" pitchFamily="34" charset="0"/>
                      </a:endParaRPr>
                    </a:p>
                    <a:p>
                      <a:pPr marL="0" marR="0" lvl="0" indent="0" algn="ctr" rtl="0">
                        <a:spcBef>
                          <a:spcPts val="0"/>
                        </a:spcBef>
                        <a:spcAft>
                          <a:spcPts val="0"/>
                        </a:spcAft>
                        <a:buNone/>
                      </a:pPr>
                      <a:endParaRPr lang="en-US" dirty="0">
                        <a:latin typeface="Arial" panose="020B0604020202020204" pitchFamily="34" charset="0"/>
                        <a:cs typeface="Arial" panose="020B0604020202020204" pitchFamily="34" charset="0"/>
                      </a:endParaRPr>
                    </a:p>
                    <a:p>
                      <a:pPr marL="0" marR="0" lvl="0" indent="0" algn="ctr" rtl="0">
                        <a:spcBef>
                          <a:spcPts val="0"/>
                        </a:spcBef>
                        <a:spcAft>
                          <a:spcPts val="0"/>
                        </a:spcAft>
                        <a:buNone/>
                      </a:pPr>
                      <a:r>
                        <a:rPr lang="en-US" sz="1800" dirty="0" err="1">
                          <a:solidFill>
                            <a:schemeClr val="bg1"/>
                          </a:solidFill>
                          <a:latin typeface="Arial" panose="020B0604020202020204" pitchFamily="34" charset="0"/>
                          <a:cs typeface="Arial" panose="020B0604020202020204" pitchFamily="34" charset="0"/>
                        </a:rPr>
                        <a:t>Yeddula</a:t>
                      </a:r>
                      <a:r>
                        <a:rPr lang="en-US" sz="1800" dirty="0">
                          <a:solidFill>
                            <a:schemeClr val="bg1"/>
                          </a:solidFill>
                          <a:latin typeface="Arial" panose="020B0604020202020204" pitchFamily="34" charset="0"/>
                          <a:cs typeface="Arial" panose="020B0604020202020204" pitchFamily="34" charset="0"/>
                        </a:rPr>
                        <a:t> </a:t>
                      </a:r>
                      <a:r>
                        <a:rPr lang="en-US" sz="1800" dirty="0" err="1">
                          <a:solidFill>
                            <a:schemeClr val="bg1"/>
                          </a:solidFill>
                          <a:latin typeface="Arial" panose="020B0604020202020204" pitchFamily="34" charset="0"/>
                          <a:cs typeface="Arial" panose="020B0604020202020204" pitchFamily="34" charset="0"/>
                        </a:rPr>
                        <a:t>pavan</a:t>
                      </a:r>
                      <a:r>
                        <a:rPr lang="en-US" sz="1800" dirty="0">
                          <a:solidFill>
                            <a:schemeClr val="bg1"/>
                          </a:solidFill>
                          <a:latin typeface="Arial" panose="020B0604020202020204" pitchFamily="34" charset="0"/>
                          <a:cs typeface="Arial" panose="020B0604020202020204" pitchFamily="34" charset="0"/>
                        </a:rPr>
                        <a:t> </a:t>
                      </a:r>
                      <a:r>
                        <a:rPr lang="en-US" sz="1800" dirty="0" err="1">
                          <a:solidFill>
                            <a:schemeClr val="bg1"/>
                          </a:solidFill>
                          <a:latin typeface="Arial" panose="020B0604020202020204" pitchFamily="34" charset="0"/>
                          <a:cs typeface="Arial" panose="020B0604020202020204" pitchFamily="34" charset="0"/>
                        </a:rPr>
                        <a:t>kumar</a:t>
                      </a:r>
                      <a:r>
                        <a:rPr lang="en-US" sz="1800" dirty="0">
                          <a:solidFill>
                            <a:schemeClr val="bg1"/>
                          </a:solidFill>
                          <a:latin typeface="Arial" panose="020B0604020202020204" pitchFamily="34" charset="0"/>
                          <a:cs typeface="Arial" panose="020B0604020202020204" pitchFamily="34" charset="0"/>
                        </a:rPr>
                        <a:t> </a:t>
                      </a:r>
                      <a:r>
                        <a:rPr lang="en-US" sz="1800" dirty="0" err="1">
                          <a:solidFill>
                            <a:schemeClr val="bg1"/>
                          </a:solidFill>
                          <a:latin typeface="Arial" panose="020B0604020202020204" pitchFamily="34" charset="0"/>
                          <a:cs typeface="Arial" panose="020B0604020202020204" pitchFamily="34" charset="0"/>
                        </a:rPr>
                        <a:t>reddy</a:t>
                      </a:r>
                      <a:endParaRPr sz="1800" dirty="0">
                        <a:solidFill>
                          <a:schemeClr val="bg1"/>
                        </a:solidFill>
                        <a:latin typeface="Arial" panose="020B0604020202020204" pitchFamily="34" charset="0"/>
                        <a:cs typeface="Arial" panose="020B0604020202020204" pitchFamily="34"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sz="1800" dirty="0">
                        <a:latin typeface="Arial" panose="020B0604020202020204" pitchFamily="34" charset="0"/>
                        <a:cs typeface="Arial" panose="020B0604020202020204" pitchFamily="34" charset="0"/>
                      </a:endParaRPr>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sz="1600" dirty="0">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b="1" i="0" u="none" strike="noStrike" cap="none" dirty="0">
                        <a:solidFill>
                          <a:srgbClr val="000000"/>
                        </a:solidFill>
                        <a:latin typeface="Arial" panose="020B0604020202020204" pitchFamily="34" charset="0"/>
                        <a:ea typeface="Calibri"/>
                        <a:cs typeface="Arial" panose="020B0604020202020204" pitchFamily="34" charset="0"/>
                        <a:sym typeface="Calibri"/>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i="0" u="none" strike="noStrike" cap="none" dirty="0">
                          <a:solidFill>
                            <a:srgbClr val="000000"/>
                          </a:solidFill>
                          <a:latin typeface="Arial" panose="020B0604020202020204" pitchFamily="34" charset="0"/>
                          <a:ea typeface="Calibri"/>
                          <a:cs typeface="Arial" panose="020B0604020202020204" pitchFamily="34" charset="0"/>
                          <a:sym typeface="Calibri"/>
                          <a:hlinkClick r:id="rId2"/>
                        </a:rPr>
                        <a:t>ypkr2006@gmail.com</a:t>
                      </a:r>
                      <a:endParaRPr lang="en-US" sz="1600" b="0" i="0" u="none" strike="noStrike" cap="none" dirty="0">
                        <a:solidFill>
                          <a:srgbClr val="000000"/>
                        </a:solidFill>
                        <a:latin typeface="Arial" panose="020B0604020202020204" pitchFamily="34" charset="0"/>
                        <a:cs typeface="Arial" panose="020B0604020202020204" pitchFamily="34" charset="0"/>
                        <a:sym typeface="Arial"/>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US" dirty="0">
                        <a:latin typeface="Arial" panose="020B0604020202020204" pitchFamily="34" charset="0"/>
                        <a:cs typeface="Arial" panose="020B0604020202020204" pitchFamily="34" charset="0"/>
                      </a:endParaRPr>
                    </a:p>
                    <a:p>
                      <a:pPr marL="0" marR="0" lvl="0" indent="0" algn="ctr" rtl="0">
                        <a:spcBef>
                          <a:spcPts val="0"/>
                        </a:spcBef>
                        <a:spcAft>
                          <a:spcPts val="0"/>
                        </a:spcAft>
                        <a:buNone/>
                      </a:pPr>
                      <a:endParaRPr lang="en-US" dirty="0">
                        <a:latin typeface="Arial" panose="020B0604020202020204" pitchFamily="34" charset="0"/>
                        <a:cs typeface="Arial" panose="020B0604020202020204" pitchFamily="34" charset="0"/>
                      </a:endParaRPr>
                    </a:p>
                    <a:p>
                      <a:pPr marL="0" marR="0" lvl="0" indent="0" algn="ctr" rtl="0">
                        <a:spcBef>
                          <a:spcPts val="0"/>
                        </a:spcBef>
                        <a:spcAft>
                          <a:spcPts val="0"/>
                        </a:spcAft>
                        <a:buNone/>
                      </a:pPr>
                      <a:r>
                        <a:rPr lang="en-US" dirty="0">
                          <a:solidFill>
                            <a:schemeClr val="bg1"/>
                          </a:solidFill>
                          <a:latin typeface="Arial" panose="020B0604020202020204" pitchFamily="34" charset="0"/>
                          <a:cs typeface="Arial" panose="020B0604020202020204" pitchFamily="34" charset="0"/>
                        </a:rPr>
                        <a:t>9392869237</a:t>
                      </a:r>
                      <a:endParaRPr dirty="0">
                        <a:solidFill>
                          <a:schemeClr val="bg1"/>
                        </a:solidFill>
                        <a:latin typeface="Arial" panose="020B0604020202020204" pitchFamily="34" charset="0"/>
                        <a:cs typeface="Arial" panose="020B0604020202020204" pitchFamily="34"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6" name="TextBox 5">
            <a:extLst>
              <a:ext uri="{FF2B5EF4-FFF2-40B4-BE49-F238E27FC236}">
                <a16:creationId xmlns:a16="http://schemas.microsoft.com/office/drawing/2014/main" id="{5E134BF2-DA5C-6FA9-0B03-9D2076DD6D9C}"/>
              </a:ext>
            </a:extLst>
          </p:cNvPr>
          <p:cNvSpPr txBox="1"/>
          <p:nvPr/>
        </p:nvSpPr>
        <p:spPr>
          <a:xfrm>
            <a:off x="3302123" y="484612"/>
            <a:ext cx="6823389" cy="1015663"/>
          </a:xfrm>
          <a:prstGeom prst="rect">
            <a:avLst/>
          </a:prstGeom>
          <a:noFill/>
        </p:spPr>
        <p:txBody>
          <a:bodyPr wrap="square" rtlCol="0">
            <a:spAutoFit/>
          </a:bodyPr>
          <a:lstStyle/>
          <a:p>
            <a:r>
              <a:rPr lang="en-US" sz="3200" b="1" dirty="0"/>
              <a:t>Project Tile </a:t>
            </a:r>
            <a:r>
              <a:rPr lang="en-US" sz="2800" b="1" dirty="0"/>
              <a:t>– </a:t>
            </a:r>
            <a:r>
              <a:rPr lang="en-US" sz="2800" dirty="0">
                <a:latin typeface="Arial" panose="020B0604020202020204" pitchFamily="34" charset="0"/>
                <a:cs typeface="Arial" panose="020B0604020202020204" pitchFamily="34" charset="0"/>
              </a:rPr>
              <a:t>Interview Trainer Agent </a:t>
            </a:r>
          </a:p>
          <a:p>
            <a:endParaRPr lang="en-IN" sz="2800" b="1" dirty="0">
              <a:highlight>
                <a:srgbClr val="FFFF00"/>
              </a:highlight>
            </a:endParaRPr>
          </a:p>
        </p:txBody>
      </p:sp>
      <p:sp>
        <p:nvSpPr>
          <p:cNvPr id="7" name="TextBox 6">
            <a:extLst>
              <a:ext uri="{FF2B5EF4-FFF2-40B4-BE49-F238E27FC236}">
                <a16:creationId xmlns:a16="http://schemas.microsoft.com/office/drawing/2014/main" id="{F04F355F-FC70-006D-EF41-9A382F74EA7F}"/>
              </a:ext>
            </a:extLst>
          </p:cNvPr>
          <p:cNvSpPr txBox="1"/>
          <p:nvPr/>
        </p:nvSpPr>
        <p:spPr>
          <a:xfrm>
            <a:off x="3302123" y="1211997"/>
            <a:ext cx="5587748" cy="584775"/>
          </a:xfrm>
          <a:prstGeom prst="rect">
            <a:avLst/>
          </a:prstGeom>
          <a:noFill/>
        </p:spPr>
        <p:txBody>
          <a:bodyPr wrap="square" rtlCol="0">
            <a:spAutoFit/>
          </a:bodyPr>
          <a:lstStyle/>
          <a:p>
            <a:r>
              <a:rPr lang="en-US" sz="3200" b="1" dirty="0"/>
              <a:t>Domain of  Project </a:t>
            </a:r>
            <a:r>
              <a:rPr lang="en-US" sz="2800" b="1" dirty="0"/>
              <a:t>– Education</a:t>
            </a:r>
            <a:endParaRPr lang="en-IN" sz="2800" b="1" dirty="0">
              <a:highlight>
                <a:srgbClr val="FFFF00"/>
              </a:highlight>
            </a:endParaRPr>
          </a:p>
        </p:txBody>
      </p:sp>
      <p:pic>
        <p:nvPicPr>
          <p:cNvPr id="4" name="Picture 3">
            <a:extLst>
              <a:ext uri="{FF2B5EF4-FFF2-40B4-BE49-F238E27FC236}">
                <a16:creationId xmlns:a16="http://schemas.microsoft.com/office/drawing/2014/main" id="{86DC7813-6060-4CBF-0083-785D967AA7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5379" y="3429000"/>
            <a:ext cx="1921079" cy="1822507"/>
          </a:xfrm>
          <a:prstGeom prst="rect">
            <a:avLst/>
          </a:prstGeom>
        </p:spPr>
      </p:pic>
    </p:spTree>
    <p:extLst>
      <p:ext uri="{BB962C8B-B14F-4D97-AF65-F5344CB8AC3E}">
        <p14:creationId xmlns:p14="http://schemas.microsoft.com/office/powerpoint/2010/main" val="31773417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F1C48D-6FB2-BC62-82C9-6B8AF5531D6F}"/>
              </a:ext>
            </a:extLst>
          </p:cNvPr>
          <p:cNvSpPr txBox="1"/>
          <p:nvPr/>
        </p:nvSpPr>
        <p:spPr>
          <a:xfrm>
            <a:off x="595618" y="936320"/>
            <a:ext cx="10897299" cy="5575309"/>
          </a:xfrm>
          <a:prstGeom prst="rect">
            <a:avLst/>
          </a:prstGeom>
          <a:noFill/>
        </p:spPr>
        <p:txBody>
          <a:bodyPr wrap="square" rtlCol="0">
            <a:spAutoFit/>
          </a:bodyPr>
          <a:lstStyle/>
          <a:p>
            <a:pPr fontAlgn="base">
              <a:lnSpc>
                <a:spcPct val="150000"/>
              </a:lnSpc>
            </a:pPr>
            <a:r>
              <a:rPr lang="en-US" sz="2000" dirty="0">
                <a:latin typeface="Arial" panose="020B0604020202020204" pitchFamily="34" charset="0"/>
                <a:cs typeface="Arial" panose="020B0604020202020204" pitchFamily="34" charset="0"/>
              </a:rPr>
              <a:t>Problem Statement  – Interview Trainer Agent </a:t>
            </a:r>
          </a:p>
          <a:p>
            <a:pPr fontAlgn="base">
              <a:lnSpc>
                <a:spcPct val="150000"/>
              </a:lnSpc>
            </a:pPr>
            <a:endParaRPr lang="en-US" sz="2000" dirty="0">
              <a:latin typeface="Arial" panose="020B0604020202020204" pitchFamily="34" charset="0"/>
              <a:cs typeface="Arial" panose="020B0604020202020204" pitchFamily="34" charset="0"/>
            </a:endParaRPr>
          </a:p>
          <a:p>
            <a:pPr fontAlgn="base">
              <a:lnSpc>
                <a:spcPct val="150000"/>
              </a:lnSpc>
            </a:pPr>
            <a:r>
              <a:rPr lang="en-US" sz="2000" dirty="0">
                <a:latin typeface="Arial" panose="020B0604020202020204" pitchFamily="34" charset="0"/>
                <a:cs typeface="Arial" panose="020B0604020202020204" pitchFamily="34" charset="0"/>
              </a:rPr>
              <a:t> The Challenge – An Interview Trainer Agent, powered by RAG (Retrieval-Augmented Generation), prepares users for job interviews by generating tailored question sets and preparation strategies based on their profile name, experience level, and job role. It retrieves role-specific interview questions, industry expectations, behavioral scenarios, and HR guidelines from recruitment portals, professional networks, and company interview databases. Users can input their resume or job title, and the agent provides targeted questions, model answers, and improvement tips. It supports both technical and soft skill assessment, ensuring a comprehensive interview prep experience. This AI-driven assistant builds user confidence, sharpens responses, and increases success rates in competitive hiring environments. </a:t>
            </a:r>
          </a:p>
          <a:p>
            <a:pPr fontAlgn="base">
              <a:lnSpc>
                <a:spcPct val="150000"/>
              </a:lnSpc>
            </a:pPr>
            <a:endParaRPr lang="en-US" sz="20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07C0974B-83FD-9D58-A2EC-023772EB3C10}"/>
              </a:ext>
            </a:extLst>
          </p:cNvPr>
          <p:cNvSpPr txBox="1"/>
          <p:nvPr/>
        </p:nvSpPr>
        <p:spPr>
          <a:xfrm>
            <a:off x="3047998" y="142065"/>
            <a:ext cx="6096000" cy="523220"/>
          </a:xfrm>
          <a:prstGeom prst="rect">
            <a:avLst/>
          </a:prstGeom>
          <a:noFill/>
        </p:spPr>
        <p:txBody>
          <a:bodyPr wrap="square">
            <a:spAutoFit/>
          </a:bodyPr>
          <a:lstStyle/>
          <a:p>
            <a:pPr algn="ctr"/>
            <a:r>
              <a:rPr lang="en-IN" sz="2800" b="1" dirty="0">
                <a:latin typeface="Arial" panose="020B0604020202020204" pitchFamily="34" charset="0"/>
                <a:cs typeface="Arial" panose="020B0604020202020204" pitchFamily="34" charset="0"/>
              </a:rPr>
              <a:t>Problem Statement </a:t>
            </a:r>
          </a:p>
        </p:txBody>
      </p:sp>
    </p:spTree>
    <p:extLst>
      <p:ext uri="{BB962C8B-B14F-4D97-AF65-F5344CB8AC3E}">
        <p14:creationId xmlns:p14="http://schemas.microsoft.com/office/powerpoint/2010/main" val="2050309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2E20-859C-E40A-E064-75CF377E93C5}"/>
              </a:ext>
            </a:extLst>
          </p:cNvPr>
          <p:cNvSpPr>
            <a:spLocks noGrp="1"/>
          </p:cNvSpPr>
          <p:nvPr>
            <p:ph type="title"/>
          </p:nvPr>
        </p:nvSpPr>
        <p:spPr/>
        <p:txBody>
          <a:bodyPr>
            <a:normAutofit/>
          </a:bodyPr>
          <a:lstStyle/>
          <a:p>
            <a:pPr algn="ctr"/>
            <a:r>
              <a:rPr lang="en-IN" sz="2800" b="1" dirty="0">
                <a:latin typeface="Arial" panose="020B0604020202020204" pitchFamily="34" charset="0"/>
                <a:cs typeface="Arial" panose="020B0604020202020204" pitchFamily="34" charset="0"/>
              </a:rPr>
              <a:t>objectives</a:t>
            </a:r>
          </a:p>
        </p:txBody>
      </p:sp>
      <p:sp>
        <p:nvSpPr>
          <p:cNvPr id="3" name="Content Placeholder 2">
            <a:extLst>
              <a:ext uri="{FF2B5EF4-FFF2-40B4-BE49-F238E27FC236}">
                <a16:creationId xmlns:a16="http://schemas.microsoft.com/office/drawing/2014/main" id="{74227E29-F77A-543F-0694-F0EC296CD21A}"/>
              </a:ext>
            </a:extLst>
          </p:cNvPr>
          <p:cNvSpPr>
            <a:spLocks noGrp="1"/>
          </p:cNvSpPr>
          <p:nvPr>
            <p:ph idx="1"/>
          </p:nvPr>
        </p:nvSpPr>
        <p:spPr/>
        <p:txBody>
          <a:bodyPr>
            <a:normAutofit/>
          </a:bodyPr>
          <a:lstStyle/>
          <a:p>
            <a:pPr lvl="0"/>
            <a:r>
              <a:rPr lang="en-IN" sz="2200" b="1" dirty="0">
                <a:latin typeface="Arial" panose="020B0604020202020204" pitchFamily="34" charset="0"/>
                <a:cs typeface="Arial" panose="020B0604020202020204" pitchFamily="34" charset="0"/>
              </a:rPr>
              <a:t>Personalized Interview Preparation</a:t>
            </a:r>
            <a:r>
              <a:rPr lang="en-IN" sz="2200" dirty="0">
                <a:latin typeface="Arial" panose="020B0604020202020204" pitchFamily="34" charset="0"/>
                <a:cs typeface="Arial" panose="020B0604020202020204" pitchFamily="34" charset="0"/>
              </a:rPr>
              <a:t> – Tailor interview questions according to the candidate’s resume, skills, experience, and target job role. </a:t>
            </a:r>
          </a:p>
          <a:p>
            <a:pPr lvl="0"/>
            <a:r>
              <a:rPr lang="en-IN" sz="2200" b="1" dirty="0">
                <a:latin typeface="Arial" panose="020B0604020202020204" pitchFamily="34" charset="0"/>
                <a:cs typeface="Arial" panose="020B0604020202020204" pitchFamily="34" charset="0"/>
              </a:rPr>
              <a:t>RAG-Based Knowledge Retrieval</a:t>
            </a:r>
            <a:r>
              <a:rPr lang="en-IN" sz="2200" dirty="0">
                <a:latin typeface="Arial" panose="020B0604020202020204" pitchFamily="34" charset="0"/>
                <a:cs typeface="Arial" panose="020B0604020202020204" pitchFamily="34" charset="0"/>
              </a:rPr>
              <a:t> – Retrieve relevant role-specific questions, concepts, and interview guidelines from a knowledge base. </a:t>
            </a:r>
          </a:p>
          <a:p>
            <a:pPr lvl="0"/>
            <a:r>
              <a:rPr lang="en-IN" sz="2200" b="1" dirty="0">
                <a:latin typeface="Arial" panose="020B0604020202020204" pitchFamily="34" charset="0"/>
                <a:cs typeface="Arial" panose="020B0604020202020204" pitchFamily="34" charset="0"/>
              </a:rPr>
              <a:t>AI-Powered Mock Interviews</a:t>
            </a:r>
            <a:r>
              <a:rPr lang="en-IN" sz="2200" dirty="0">
                <a:latin typeface="Arial" panose="020B0604020202020204" pitchFamily="34" charset="0"/>
                <a:cs typeface="Arial" panose="020B0604020202020204" pitchFamily="34" charset="0"/>
              </a:rPr>
              <a:t> – Use </a:t>
            </a:r>
            <a:r>
              <a:rPr lang="en-IN" sz="2200" b="1" dirty="0">
                <a:latin typeface="Arial" panose="020B0604020202020204" pitchFamily="34" charset="0"/>
                <a:cs typeface="Arial" panose="020B0604020202020204" pitchFamily="34" charset="0"/>
              </a:rPr>
              <a:t>IBM Granite</a:t>
            </a:r>
            <a:r>
              <a:rPr lang="en-IN" sz="2200" dirty="0">
                <a:latin typeface="Arial" panose="020B0604020202020204" pitchFamily="34" charset="0"/>
                <a:cs typeface="Arial" panose="020B0604020202020204" pitchFamily="34" charset="0"/>
              </a:rPr>
              <a:t> to conduct technical, HR, and </a:t>
            </a:r>
            <a:r>
              <a:rPr lang="en-IN" sz="2200" dirty="0" err="1">
                <a:latin typeface="Arial" panose="020B0604020202020204" pitchFamily="34" charset="0"/>
                <a:cs typeface="Arial" panose="020B0604020202020204" pitchFamily="34" charset="0"/>
              </a:rPr>
              <a:t>behavioral</a:t>
            </a:r>
            <a:r>
              <a:rPr lang="en-IN" sz="2200" dirty="0">
                <a:latin typeface="Arial" panose="020B0604020202020204" pitchFamily="34" charset="0"/>
                <a:cs typeface="Arial" panose="020B0604020202020204" pitchFamily="34" charset="0"/>
              </a:rPr>
              <a:t> interview sessions. </a:t>
            </a:r>
          </a:p>
          <a:p>
            <a:pPr lvl="0"/>
            <a:r>
              <a:rPr lang="en-IN" sz="2200" b="1" dirty="0">
                <a:latin typeface="Arial" panose="020B0604020202020204" pitchFamily="34" charset="0"/>
                <a:cs typeface="Arial" panose="020B0604020202020204" pitchFamily="34" charset="0"/>
              </a:rPr>
              <a:t>Intelligent Evaluation &amp; Feedback</a:t>
            </a:r>
            <a:r>
              <a:rPr lang="en-IN" sz="2200" dirty="0">
                <a:latin typeface="Arial" panose="020B0604020202020204" pitchFamily="34" charset="0"/>
                <a:cs typeface="Arial" panose="020B0604020202020204" pitchFamily="34" charset="0"/>
              </a:rPr>
              <a:t> – Evaluate candidate answers, identify strengths and weaknesses, provide scores, and generate improvement suggestions. </a:t>
            </a:r>
          </a:p>
          <a:p>
            <a:pPr lvl="0"/>
            <a:r>
              <a:rPr lang="en-IN" sz="2200" b="1" dirty="0">
                <a:latin typeface="Arial" panose="020B0604020202020204" pitchFamily="34" charset="0"/>
                <a:cs typeface="Arial" panose="020B0604020202020204" pitchFamily="34" charset="0"/>
              </a:rPr>
              <a:t>Personalized Career Improvement</a:t>
            </a:r>
            <a:r>
              <a:rPr lang="en-IN" sz="2200" dirty="0">
                <a:latin typeface="Arial" panose="020B0604020202020204" pitchFamily="34" charset="0"/>
                <a:cs typeface="Arial" panose="020B0604020202020204" pitchFamily="34" charset="0"/>
              </a:rPr>
              <a:t> – </a:t>
            </a:r>
            <a:r>
              <a:rPr lang="en-IN" sz="2200" dirty="0" err="1">
                <a:latin typeface="Arial" panose="020B0604020202020204" pitchFamily="34" charset="0"/>
                <a:cs typeface="Arial" panose="020B0604020202020204" pitchFamily="34" charset="0"/>
              </a:rPr>
              <a:t>Analyze</a:t>
            </a:r>
            <a:r>
              <a:rPr lang="en-IN" sz="2200" dirty="0">
                <a:latin typeface="Arial" panose="020B0604020202020204" pitchFamily="34" charset="0"/>
                <a:cs typeface="Arial" panose="020B0604020202020204" pitchFamily="34" charset="0"/>
              </a:rPr>
              <a:t> interview performance and provide analytics, weak-area identification, and a customized preparation plan.</a:t>
            </a:r>
          </a:p>
          <a:p>
            <a:endParaRPr lang="en-IN" dirty="0"/>
          </a:p>
        </p:txBody>
      </p:sp>
    </p:spTree>
    <p:extLst>
      <p:ext uri="{BB962C8B-B14F-4D97-AF65-F5344CB8AC3E}">
        <p14:creationId xmlns:p14="http://schemas.microsoft.com/office/powerpoint/2010/main" val="3051431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77CB0C-1926-FEC3-7CC9-41583A59BAF7}"/>
              </a:ext>
            </a:extLst>
          </p:cNvPr>
          <p:cNvSpPr txBox="1"/>
          <p:nvPr/>
        </p:nvSpPr>
        <p:spPr>
          <a:xfrm>
            <a:off x="728151" y="1312244"/>
            <a:ext cx="10735698" cy="4985980"/>
          </a:xfrm>
          <a:prstGeom prst="rect">
            <a:avLst/>
          </a:prstGeom>
          <a:noFill/>
        </p:spPr>
        <p:txBody>
          <a:bodyPr wrap="square" rtlCol="0">
            <a:spAutoFit/>
          </a:bodyPr>
          <a:lstStyle/>
          <a:p>
            <a:pPr lvl="0">
              <a:lnSpc>
                <a:spcPct val="150000"/>
              </a:lnSpc>
            </a:pPr>
            <a:r>
              <a:rPr lang="en-IN" sz="2000" b="1" dirty="0">
                <a:latin typeface="Arial" panose="020B0604020202020204" pitchFamily="34" charset="0"/>
                <a:cs typeface="Arial" panose="020B0604020202020204" pitchFamily="34" charset="0"/>
              </a:rPr>
              <a:t>Personalized Interview Preparation</a:t>
            </a:r>
            <a:r>
              <a:rPr lang="en-IN" sz="2000" dirty="0">
                <a:latin typeface="Arial" panose="020B0604020202020204" pitchFamily="34" charset="0"/>
                <a:cs typeface="Arial" panose="020B0604020202020204" pitchFamily="34" charset="0"/>
              </a:rPr>
              <a:t> – Collects the candidate’s profile, resume, skills, experience, and target job role. </a:t>
            </a:r>
          </a:p>
          <a:p>
            <a:pPr lvl="0">
              <a:lnSpc>
                <a:spcPct val="150000"/>
              </a:lnSpc>
            </a:pPr>
            <a:r>
              <a:rPr lang="en-IN" sz="2000" b="1" dirty="0">
                <a:latin typeface="Arial" panose="020B0604020202020204" pitchFamily="34" charset="0"/>
                <a:cs typeface="Arial" panose="020B0604020202020204" pitchFamily="34" charset="0"/>
              </a:rPr>
              <a:t>RAG-Based Knowledge Retrieval</a:t>
            </a:r>
            <a:r>
              <a:rPr lang="en-IN" sz="2000" dirty="0">
                <a:latin typeface="Arial" panose="020B0604020202020204" pitchFamily="34" charset="0"/>
                <a:cs typeface="Arial" panose="020B0604020202020204" pitchFamily="34" charset="0"/>
              </a:rPr>
              <a:t> – Retrieves relevant interview questions, technical concepts, HR guidelines, and role-specific information from the knowledge base. </a:t>
            </a:r>
          </a:p>
          <a:p>
            <a:pPr lvl="0">
              <a:lnSpc>
                <a:spcPct val="150000"/>
              </a:lnSpc>
            </a:pPr>
            <a:r>
              <a:rPr lang="en-IN" sz="2000" b="1" dirty="0">
                <a:latin typeface="Arial" panose="020B0604020202020204" pitchFamily="34" charset="0"/>
                <a:cs typeface="Arial" panose="020B0604020202020204" pitchFamily="34" charset="0"/>
              </a:rPr>
              <a:t>IBM Granite-Powered Interview Agent</a:t>
            </a:r>
            <a:r>
              <a:rPr lang="en-IN" sz="2000" dirty="0">
                <a:latin typeface="Arial" panose="020B0604020202020204" pitchFamily="34" charset="0"/>
                <a:cs typeface="Arial" panose="020B0604020202020204" pitchFamily="34" charset="0"/>
              </a:rPr>
              <a:t> – Generates tailored technical, HR, and </a:t>
            </a:r>
            <a:r>
              <a:rPr lang="en-IN" sz="2000" dirty="0" err="1">
                <a:latin typeface="Arial" panose="020B0604020202020204" pitchFamily="34" charset="0"/>
                <a:cs typeface="Arial" panose="020B0604020202020204" pitchFamily="34" charset="0"/>
              </a:rPr>
              <a:t>behavioral</a:t>
            </a:r>
            <a:r>
              <a:rPr lang="en-IN" sz="2000" dirty="0">
                <a:latin typeface="Arial" panose="020B0604020202020204" pitchFamily="34" charset="0"/>
                <a:cs typeface="Arial" panose="020B0604020202020204" pitchFamily="34" charset="0"/>
              </a:rPr>
              <a:t> questions and conducts the mock interview. </a:t>
            </a:r>
          </a:p>
          <a:p>
            <a:pPr lvl="0">
              <a:lnSpc>
                <a:spcPct val="150000"/>
              </a:lnSpc>
            </a:pPr>
            <a:r>
              <a:rPr lang="en-IN" sz="2000" b="1" dirty="0">
                <a:latin typeface="Arial" panose="020B0604020202020204" pitchFamily="34" charset="0"/>
                <a:cs typeface="Arial" panose="020B0604020202020204" pitchFamily="34" charset="0"/>
              </a:rPr>
              <a:t>Adaptive Evaluation &amp; Feedback</a:t>
            </a:r>
            <a:r>
              <a:rPr lang="en-IN" sz="2000" dirty="0">
                <a:latin typeface="Arial" panose="020B0604020202020204" pitchFamily="34" charset="0"/>
                <a:cs typeface="Arial" panose="020B0604020202020204" pitchFamily="34" charset="0"/>
              </a:rPr>
              <a:t> – Evaluates candidate answers, provides scores, identifies strengths and weaknesses, and generates relevant follow-up questions. </a:t>
            </a:r>
          </a:p>
          <a:p>
            <a:pPr lvl="0">
              <a:lnSpc>
                <a:spcPct val="150000"/>
              </a:lnSpc>
            </a:pPr>
            <a:r>
              <a:rPr lang="en-IN" sz="2000" b="1" dirty="0">
                <a:latin typeface="Arial" panose="020B0604020202020204" pitchFamily="34" charset="0"/>
                <a:cs typeface="Arial" panose="020B0604020202020204" pitchFamily="34" charset="0"/>
              </a:rPr>
              <a:t>Personalized Improvement Plan</a:t>
            </a:r>
            <a:r>
              <a:rPr lang="en-IN" sz="2000" dirty="0">
                <a:latin typeface="Arial" panose="020B0604020202020204" pitchFamily="34" charset="0"/>
                <a:cs typeface="Arial" panose="020B0604020202020204" pitchFamily="34" charset="0"/>
              </a:rPr>
              <a:t> – </a:t>
            </a:r>
            <a:r>
              <a:rPr lang="en-IN" sz="2000" dirty="0" err="1">
                <a:latin typeface="Arial" panose="020B0604020202020204" pitchFamily="34" charset="0"/>
                <a:cs typeface="Arial" panose="020B0604020202020204" pitchFamily="34" charset="0"/>
              </a:rPr>
              <a:t>Analyzes</a:t>
            </a:r>
            <a:r>
              <a:rPr lang="en-IN" sz="2000" dirty="0">
                <a:latin typeface="Arial" panose="020B0604020202020204" pitchFamily="34" charset="0"/>
                <a:cs typeface="Arial" panose="020B0604020202020204" pitchFamily="34" charset="0"/>
              </a:rPr>
              <a:t> overall performance and creates analytics, weak-skill identification, and a targeted preparation plan.</a:t>
            </a:r>
          </a:p>
          <a:p>
            <a:endParaRPr lang="en-IN"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3839F13-0F4C-6B25-0086-A534E7E4D9BA}"/>
              </a:ext>
            </a:extLst>
          </p:cNvPr>
          <p:cNvSpPr txBox="1"/>
          <p:nvPr/>
        </p:nvSpPr>
        <p:spPr>
          <a:xfrm>
            <a:off x="3599688" y="528998"/>
            <a:ext cx="4992624"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Proposed Solution </a:t>
            </a:r>
            <a:endParaRPr lang="en-IN"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93451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2E14C9-68C3-1C9C-26A9-C2B9709C1A0B}"/>
              </a:ext>
            </a:extLst>
          </p:cNvPr>
          <p:cNvSpPr txBox="1"/>
          <p:nvPr/>
        </p:nvSpPr>
        <p:spPr>
          <a:xfrm>
            <a:off x="976122" y="1447204"/>
            <a:ext cx="10239756" cy="4555093"/>
          </a:xfrm>
          <a:prstGeom prst="rect">
            <a:avLst/>
          </a:prstGeom>
          <a:noFill/>
        </p:spPr>
        <p:txBody>
          <a:bodyPr wrap="square" rtlCol="0">
            <a:spAutoFit/>
          </a:bodyPr>
          <a:lstStyle/>
          <a:p>
            <a:pPr lvl="0">
              <a:lnSpc>
                <a:spcPct val="150000"/>
              </a:lnSpc>
            </a:pPr>
            <a:r>
              <a:rPr lang="en-IN" sz="2000" b="1" dirty="0">
                <a:latin typeface="Arial" panose="020B0604020202020204" pitchFamily="34" charset="0"/>
                <a:cs typeface="Arial" panose="020B0604020202020204" pitchFamily="34" charset="0"/>
              </a:rPr>
              <a:t>Frontend:</a:t>
            </a:r>
            <a:r>
              <a:rPr lang="en-IN" sz="2000" dirty="0">
                <a:latin typeface="Arial" panose="020B0604020202020204" pitchFamily="34" charset="0"/>
                <a:cs typeface="Arial" panose="020B0604020202020204" pitchFamily="34" charset="0"/>
              </a:rPr>
              <a:t> React.js, Vite, Tailwind CSS </a:t>
            </a:r>
          </a:p>
          <a:p>
            <a:pPr lvl="0">
              <a:lnSpc>
                <a:spcPct val="150000"/>
              </a:lnSpc>
            </a:pPr>
            <a:r>
              <a:rPr lang="en-IN" sz="2000" b="1" dirty="0">
                <a:latin typeface="Arial" panose="020B0604020202020204" pitchFamily="34" charset="0"/>
                <a:cs typeface="Arial" panose="020B0604020202020204" pitchFamily="34" charset="0"/>
              </a:rPr>
              <a:t>Backend:</a:t>
            </a:r>
            <a:r>
              <a:rPr lang="en-IN" sz="2000" dirty="0">
                <a:latin typeface="Arial" panose="020B0604020202020204" pitchFamily="34" charset="0"/>
                <a:cs typeface="Arial" panose="020B0604020202020204" pitchFamily="34" charset="0"/>
              </a:rPr>
              <a:t> Python, </a:t>
            </a:r>
            <a:r>
              <a:rPr lang="en-IN" sz="2000" dirty="0" err="1">
                <a:latin typeface="Arial" panose="020B0604020202020204" pitchFamily="34" charset="0"/>
                <a:cs typeface="Arial" panose="020B0604020202020204" pitchFamily="34" charset="0"/>
              </a:rPr>
              <a:t>FastAPI</a:t>
            </a:r>
            <a:r>
              <a:rPr lang="en-IN" sz="2000" dirty="0">
                <a:latin typeface="Arial" panose="020B0604020202020204" pitchFamily="34" charset="0"/>
                <a:cs typeface="Arial" panose="020B0604020202020204" pitchFamily="34" charset="0"/>
              </a:rPr>
              <a:t>, REST API </a:t>
            </a:r>
          </a:p>
          <a:p>
            <a:pPr lvl="0">
              <a:lnSpc>
                <a:spcPct val="150000"/>
              </a:lnSpc>
            </a:pPr>
            <a:r>
              <a:rPr lang="en-IN" sz="2000" b="1" dirty="0">
                <a:latin typeface="Arial" panose="020B0604020202020204" pitchFamily="34" charset="0"/>
                <a:cs typeface="Arial" panose="020B0604020202020204" pitchFamily="34" charset="0"/>
              </a:rPr>
              <a:t>AI/LLM:</a:t>
            </a:r>
            <a:r>
              <a:rPr lang="en-IN" sz="2000" dirty="0">
                <a:latin typeface="Arial" panose="020B0604020202020204" pitchFamily="34" charset="0"/>
                <a:cs typeface="Arial" panose="020B0604020202020204" pitchFamily="34" charset="0"/>
              </a:rPr>
              <a:t> IBM Granite, IBM watsonx.ai </a:t>
            </a:r>
          </a:p>
          <a:p>
            <a:pPr lvl="0">
              <a:lnSpc>
                <a:spcPct val="150000"/>
              </a:lnSpc>
            </a:pPr>
            <a:r>
              <a:rPr lang="en-IN" sz="2000" b="1" dirty="0">
                <a:latin typeface="Arial" panose="020B0604020202020204" pitchFamily="34" charset="0"/>
                <a:cs typeface="Arial" panose="020B0604020202020204" pitchFamily="34" charset="0"/>
              </a:rPr>
              <a:t>RAG:</a:t>
            </a:r>
            <a:r>
              <a:rPr lang="en-IN" sz="2000" dirty="0">
                <a:latin typeface="Arial" panose="020B0604020202020204" pitchFamily="34" charset="0"/>
                <a:cs typeface="Arial" panose="020B0604020202020204" pitchFamily="34" charset="0"/>
              </a:rPr>
              <a:t> TF-IDF-based Retrieval-Augmented Generation </a:t>
            </a:r>
          </a:p>
          <a:p>
            <a:pPr lvl="0">
              <a:lnSpc>
                <a:spcPct val="150000"/>
              </a:lnSpc>
            </a:pPr>
            <a:r>
              <a:rPr lang="en-IN" sz="2000" b="1" dirty="0">
                <a:latin typeface="Arial" panose="020B0604020202020204" pitchFamily="34" charset="0"/>
                <a:cs typeface="Arial" panose="020B0604020202020204" pitchFamily="34" charset="0"/>
              </a:rPr>
              <a:t>Database:</a:t>
            </a:r>
            <a:r>
              <a:rPr lang="en-IN" sz="2000" dirty="0">
                <a:latin typeface="Arial" panose="020B0604020202020204" pitchFamily="34" charset="0"/>
                <a:cs typeface="Arial" panose="020B0604020202020204" pitchFamily="34" charset="0"/>
              </a:rPr>
              <a:t> SQLite, </a:t>
            </a:r>
            <a:r>
              <a:rPr lang="en-IN" sz="2000" dirty="0" err="1">
                <a:latin typeface="Arial" panose="020B0604020202020204" pitchFamily="34" charset="0"/>
                <a:cs typeface="Arial" panose="020B0604020202020204" pitchFamily="34" charset="0"/>
              </a:rPr>
              <a:t>SQLAlchemy</a:t>
            </a:r>
            <a:r>
              <a:rPr lang="en-IN" sz="2000" dirty="0">
                <a:latin typeface="Arial" panose="020B0604020202020204" pitchFamily="34" charset="0"/>
                <a:cs typeface="Arial" panose="020B0604020202020204" pitchFamily="34" charset="0"/>
              </a:rPr>
              <a:t> </a:t>
            </a:r>
          </a:p>
          <a:p>
            <a:pPr lvl="0">
              <a:lnSpc>
                <a:spcPct val="150000"/>
              </a:lnSpc>
            </a:pPr>
            <a:r>
              <a:rPr lang="en-IN" sz="2000" b="1" dirty="0">
                <a:latin typeface="Arial" panose="020B0604020202020204" pitchFamily="34" charset="0"/>
                <a:cs typeface="Arial" panose="020B0604020202020204" pitchFamily="34" charset="0"/>
              </a:rPr>
              <a:t>Document Processing:</a:t>
            </a:r>
            <a:r>
              <a:rPr lang="en-IN" sz="2000" dirty="0">
                <a:latin typeface="Arial" panose="020B0604020202020204" pitchFamily="34" charset="0"/>
                <a:cs typeface="Arial" panose="020B0604020202020204" pitchFamily="34" charset="0"/>
              </a:rPr>
              <a:t> PDF, DOCX &amp; TXT Resume Extraction </a:t>
            </a:r>
          </a:p>
          <a:p>
            <a:pPr lvl="0">
              <a:lnSpc>
                <a:spcPct val="150000"/>
              </a:lnSpc>
            </a:pPr>
            <a:r>
              <a:rPr lang="en-IN" sz="2000" b="1" dirty="0">
                <a:latin typeface="Arial" panose="020B0604020202020204" pitchFamily="34" charset="0"/>
                <a:cs typeface="Arial" panose="020B0604020202020204" pitchFamily="34" charset="0"/>
              </a:rPr>
              <a:t>AI/Agent Logic:</a:t>
            </a:r>
            <a:r>
              <a:rPr lang="en-IN" sz="2000" dirty="0">
                <a:latin typeface="Arial" panose="020B0604020202020204" pitchFamily="34" charset="0"/>
                <a:cs typeface="Arial" panose="020B0604020202020204" pitchFamily="34" charset="0"/>
              </a:rPr>
              <a:t> Agentic AI, adaptive question generation &amp; answer evaluation </a:t>
            </a:r>
          </a:p>
          <a:p>
            <a:pPr lvl="0">
              <a:lnSpc>
                <a:spcPct val="150000"/>
              </a:lnSpc>
            </a:pPr>
            <a:r>
              <a:rPr lang="en-IN" sz="2000" b="1" dirty="0">
                <a:latin typeface="Arial" panose="020B0604020202020204" pitchFamily="34" charset="0"/>
                <a:cs typeface="Arial" panose="020B0604020202020204" pitchFamily="34" charset="0"/>
              </a:rPr>
              <a:t>Testing:</a:t>
            </a:r>
            <a:r>
              <a:rPr lang="en-IN" sz="2000" dirty="0">
                <a:latin typeface="Arial" panose="020B0604020202020204" pitchFamily="34" charset="0"/>
                <a:cs typeface="Arial" panose="020B0604020202020204" pitchFamily="34" charset="0"/>
              </a:rPr>
              <a:t> </a:t>
            </a:r>
            <a:r>
              <a:rPr lang="en-IN" sz="2000" dirty="0" err="1">
                <a:latin typeface="Arial" panose="020B0604020202020204" pitchFamily="34" charset="0"/>
                <a:cs typeface="Arial" panose="020B0604020202020204" pitchFamily="34" charset="0"/>
              </a:rPr>
              <a:t>Pytest</a:t>
            </a:r>
            <a:r>
              <a:rPr lang="en-IN" sz="2000" dirty="0">
                <a:latin typeface="Arial" panose="020B0604020202020204" pitchFamily="34" charset="0"/>
                <a:cs typeface="Arial" panose="020B0604020202020204" pitchFamily="34" charset="0"/>
              </a:rPr>
              <a:t> </a:t>
            </a:r>
          </a:p>
          <a:p>
            <a:pPr lvl="0">
              <a:lnSpc>
                <a:spcPct val="150000"/>
              </a:lnSpc>
            </a:pPr>
            <a:r>
              <a:rPr lang="en-IN" sz="2000" b="1" dirty="0">
                <a:latin typeface="Arial" panose="020B0604020202020204" pitchFamily="34" charset="0"/>
                <a:cs typeface="Arial" panose="020B0604020202020204" pitchFamily="34" charset="0"/>
              </a:rPr>
              <a:t>Version Control:</a:t>
            </a:r>
            <a:r>
              <a:rPr lang="en-IN" sz="2000" dirty="0">
                <a:latin typeface="Arial" panose="020B0604020202020204" pitchFamily="34" charset="0"/>
                <a:cs typeface="Arial" panose="020B0604020202020204" pitchFamily="34" charset="0"/>
              </a:rPr>
              <a:t> Git &amp; GitHub</a:t>
            </a:r>
          </a:p>
          <a:p>
            <a:endParaRPr lang="en-IN" sz="20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4317EC36-3716-B9F1-1EAB-D4BF0268DEE2}"/>
              </a:ext>
            </a:extLst>
          </p:cNvPr>
          <p:cNvSpPr txBox="1"/>
          <p:nvPr/>
        </p:nvSpPr>
        <p:spPr>
          <a:xfrm>
            <a:off x="3434929" y="594093"/>
            <a:ext cx="4919472" cy="523220"/>
          </a:xfrm>
          <a:prstGeom prst="rect">
            <a:avLst/>
          </a:prstGeom>
          <a:noFill/>
        </p:spPr>
        <p:txBody>
          <a:bodyPr wrap="square" rtlCol="0">
            <a:spAutoFit/>
          </a:bodyPr>
          <a:lstStyle/>
          <a:p>
            <a:pPr algn="ctr"/>
            <a:r>
              <a:rPr lang="en-IN" sz="2800" b="1" dirty="0">
                <a:latin typeface="Arial" panose="020B0604020202020204" pitchFamily="34" charset="0"/>
                <a:cs typeface="Arial" panose="020B0604020202020204" pitchFamily="34" charset="0"/>
              </a:rPr>
              <a:t>Technologies Used</a:t>
            </a:r>
          </a:p>
        </p:txBody>
      </p:sp>
    </p:spTree>
    <p:extLst>
      <p:ext uri="{BB962C8B-B14F-4D97-AF65-F5344CB8AC3E}">
        <p14:creationId xmlns:p14="http://schemas.microsoft.com/office/powerpoint/2010/main" val="1373050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673C85-4E43-239B-EC18-78F3ABFBDDFB}"/>
              </a:ext>
            </a:extLst>
          </p:cNvPr>
          <p:cNvSpPr txBox="1"/>
          <p:nvPr/>
        </p:nvSpPr>
        <p:spPr>
          <a:xfrm>
            <a:off x="2804160" y="529107"/>
            <a:ext cx="6583680"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sym typeface="Times New Roman"/>
              </a:rPr>
              <a:t>Required Files created using IBM bob</a:t>
            </a:r>
            <a:endParaRPr lang="en-IN" sz="2800"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AA126729-43B8-8F1E-AA2F-3F9DCFDEA2FA}"/>
              </a:ext>
            </a:extLst>
          </p:cNvPr>
          <p:cNvSpPr txBox="1"/>
          <p:nvPr/>
        </p:nvSpPr>
        <p:spPr>
          <a:xfrm>
            <a:off x="805344" y="1589512"/>
            <a:ext cx="10301680" cy="4555093"/>
          </a:xfrm>
          <a:prstGeom prst="rect">
            <a:avLst/>
          </a:prstGeom>
          <a:noFill/>
        </p:spPr>
        <p:txBody>
          <a:bodyPr wrap="square" rtlCol="0">
            <a:spAutoFit/>
          </a:bodyPr>
          <a:lstStyle/>
          <a:p>
            <a:pPr marL="342900" lvl="0" indent="-342900">
              <a:lnSpc>
                <a:spcPct val="15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Frontend Files</a:t>
            </a:r>
            <a:r>
              <a:rPr lang="en-IN" sz="2000" dirty="0">
                <a:latin typeface="Arial" panose="020B0604020202020204" pitchFamily="34" charset="0"/>
                <a:cs typeface="Arial" panose="020B0604020202020204" pitchFamily="34" charset="0"/>
              </a:rPr>
              <a:t> – React/Vite UI pages, components, routing, and API integration. </a:t>
            </a:r>
          </a:p>
          <a:p>
            <a:pPr marL="342900" lvl="0" indent="-342900">
              <a:lnSpc>
                <a:spcPct val="15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Backend Files</a:t>
            </a:r>
            <a:r>
              <a:rPr lang="en-IN" sz="2000" dirty="0">
                <a:latin typeface="Arial" panose="020B0604020202020204" pitchFamily="34" charset="0"/>
                <a:cs typeface="Arial" panose="020B0604020202020204" pitchFamily="34" charset="0"/>
              </a:rPr>
              <a:t> – </a:t>
            </a:r>
            <a:r>
              <a:rPr lang="en-IN" sz="2000" dirty="0" err="1">
                <a:latin typeface="Arial" panose="020B0604020202020204" pitchFamily="34" charset="0"/>
                <a:cs typeface="Arial" panose="020B0604020202020204" pitchFamily="34" charset="0"/>
              </a:rPr>
              <a:t>FastAPI</a:t>
            </a:r>
            <a:r>
              <a:rPr lang="en-IN" sz="2000" dirty="0">
                <a:latin typeface="Arial" panose="020B0604020202020204" pitchFamily="34" charset="0"/>
                <a:cs typeface="Arial" panose="020B0604020202020204" pitchFamily="34" charset="0"/>
              </a:rPr>
              <a:t> application, REST API routes, database models, and schemas. </a:t>
            </a:r>
          </a:p>
          <a:p>
            <a:pPr marL="342900" lvl="0" indent="-342900">
              <a:lnSpc>
                <a:spcPct val="15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AI &amp; RAG Files</a:t>
            </a:r>
            <a:r>
              <a:rPr lang="en-IN" sz="2000" dirty="0">
                <a:latin typeface="Arial" panose="020B0604020202020204" pitchFamily="34" charset="0"/>
                <a:cs typeface="Arial" panose="020B0604020202020204" pitchFamily="34" charset="0"/>
              </a:rPr>
              <a:t> – IBM Granite/watsonx.ai integration, RAG retrieval service, and interview generation/evaluation logic. </a:t>
            </a:r>
          </a:p>
          <a:p>
            <a:pPr marL="342900" lvl="0" indent="-342900">
              <a:lnSpc>
                <a:spcPct val="15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Knowledge Base Files</a:t>
            </a:r>
            <a:r>
              <a:rPr lang="en-IN" sz="2000" dirty="0">
                <a:latin typeface="Arial" panose="020B0604020202020204" pitchFamily="34" charset="0"/>
                <a:cs typeface="Arial" panose="020B0604020202020204" pitchFamily="34" charset="0"/>
              </a:rPr>
              <a:t> – Technical, HR, </a:t>
            </a:r>
            <a:r>
              <a:rPr lang="en-IN" sz="2000" dirty="0" err="1">
                <a:latin typeface="Arial" panose="020B0604020202020204" pitchFamily="34" charset="0"/>
                <a:cs typeface="Arial" panose="020B0604020202020204" pitchFamily="34" charset="0"/>
              </a:rPr>
              <a:t>behavioral</a:t>
            </a:r>
            <a:r>
              <a:rPr lang="en-IN" sz="2000" dirty="0">
                <a:latin typeface="Arial" panose="020B0604020202020204" pitchFamily="34" charset="0"/>
                <a:cs typeface="Arial" panose="020B0604020202020204" pitchFamily="34" charset="0"/>
              </a:rPr>
              <a:t>, and interview guideline documents used for RAG. </a:t>
            </a:r>
          </a:p>
          <a:p>
            <a:pPr marL="342900" lvl="0" indent="-342900">
              <a:lnSpc>
                <a:spcPct val="15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Testing &amp; Configuration Files</a:t>
            </a:r>
            <a:r>
              <a:rPr lang="en-IN" sz="2000" dirty="0">
                <a:latin typeface="Arial" panose="020B0604020202020204" pitchFamily="34" charset="0"/>
                <a:cs typeface="Arial" panose="020B0604020202020204" pitchFamily="34" charset="0"/>
              </a:rPr>
              <a:t> – </a:t>
            </a:r>
            <a:r>
              <a:rPr lang="en-IN" sz="2000" dirty="0" err="1">
                <a:latin typeface="Arial" panose="020B0604020202020204" pitchFamily="34" charset="0"/>
                <a:cs typeface="Arial" panose="020B0604020202020204" pitchFamily="34" charset="0"/>
              </a:rPr>
              <a:t>Pytest</a:t>
            </a:r>
            <a:r>
              <a:rPr lang="en-IN" sz="2000" dirty="0">
                <a:latin typeface="Arial" panose="020B0604020202020204" pitchFamily="34" charset="0"/>
                <a:cs typeface="Arial" panose="020B0604020202020204" pitchFamily="34" charset="0"/>
              </a:rPr>
              <a:t> test suite, .</a:t>
            </a:r>
            <a:r>
              <a:rPr lang="en-IN" sz="2000" dirty="0" err="1">
                <a:latin typeface="Arial" panose="020B0604020202020204" pitchFamily="34" charset="0"/>
                <a:cs typeface="Arial" panose="020B0604020202020204" pitchFamily="34" charset="0"/>
              </a:rPr>
              <a:t>env.example</a:t>
            </a:r>
            <a:r>
              <a:rPr lang="en-IN" sz="2000" dirty="0">
                <a:latin typeface="Arial" panose="020B0604020202020204" pitchFamily="34" charset="0"/>
                <a:cs typeface="Arial" panose="020B0604020202020204" pitchFamily="34" charset="0"/>
              </a:rPr>
              <a:t>, configuration files, README, and startup scripts.</a:t>
            </a:r>
          </a:p>
          <a:p>
            <a:endParaRPr lang="en-IN" sz="2000" dirty="0"/>
          </a:p>
        </p:txBody>
      </p:sp>
    </p:spTree>
    <p:extLst>
      <p:ext uri="{BB962C8B-B14F-4D97-AF65-F5344CB8AC3E}">
        <p14:creationId xmlns:p14="http://schemas.microsoft.com/office/powerpoint/2010/main" val="3816758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1D5A3-0FEE-9CCE-5E8C-42E8B478D5B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84DBE9C-6054-F2A0-881F-542C3B71FB40}"/>
              </a:ext>
            </a:extLst>
          </p:cNvPr>
          <p:cNvSpPr txBox="1"/>
          <p:nvPr/>
        </p:nvSpPr>
        <p:spPr>
          <a:xfrm>
            <a:off x="3796283" y="226944"/>
            <a:ext cx="4599432" cy="523220"/>
          </a:xfrm>
          <a:prstGeom prst="rect">
            <a:avLst/>
          </a:prstGeom>
          <a:noFill/>
        </p:spPr>
        <p:txBody>
          <a:bodyPr wrap="square" rtlCol="0">
            <a:spAutoFit/>
          </a:bodyPr>
          <a:lstStyle/>
          <a:p>
            <a:pPr algn="ctr"/>
            <a:r>
              <a:rPr lang="en-US" sz="2800" b="1" i="0" u="none" strike="noStrike" cap="none" dirty="0">
                <a:latin typeface="Arial" panose="020B0604020202020204" pitchFamily="34" charset="0"/>
                <a:ea typeface="Times New Roman"/>
                <a:cs typeface="Arial" panose="020B0604020202020204" pitchFamily="34" charset="0"/>
                <a:sym typeface="Times New Roman"/>
              </a:rPr>
              <a:t>IBM Bob Screenshots</a:t>
            </a:r>
            <a:endParaRPr lang="en-IN" sz="2800" b="1"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C98C0292-3F9D-0A6E-D632-4A9D7751AA80}"/>
              </a:ext>
            </a:extLst>
          </p:cNvPr>
          <p:cNvPicPr>
            <a:picLocks noChangeAspect="1"/>
          </p:cNvPicPr>
          <p:nvPr/>
        </p:nvPicPr>
        <p:blipFill>
          <a:blip r:embed="rId2"/>
          <a:stretch>
            <a:fillRect/>
          </a:stretch>
        </p:blipFill>
        <p:spPr>
          <a:xfrm>
            <a:off x="433431" y="1129073"/>
            <a:ext cx="11325137" cy="5380784"/>
          </a:xfrm>
          <a:prstGeom prst="rect">
            <a:avLst/>
          </a:prstGeom>
        </p:spPr>
      </p:pic>
      <mc:AlternateContent xmlns:mc="http://schemas.openxmlformats.org/markup-compatibility/2006">
        <mc:Choice xmlns:p14="http://schemas.microsoft.com/office/powerpoint/2010/main" Requires="p14">
          <p:contentPart p14:bwMode="auto" r:id="rId3">
            <p14:nvContentPartPr>
              <p14:cNvPr id="7" name="Ink 6">
                <a:extLst>
                  <a:ext uri="{FF2B5EF4-FFF2-40B4-BE49-F238E27FC236}">
                    <a16:creationId xmlns:a16="http://schemas.microsoft.com/office/drawing/2014/main" id="{5F59BE98-2CEB-325C-5D31-9E756464495E}"/>
                  </a:ext>
                </a:extLst>
              </p14:cNvPr>
              <p14:cNvContentPartPr/>
              <p14:nvPr/>
            </p14:nvContentPartPr>
            <p14:xfrm>
              <a:off x="6870128" y="1886892"/>
              <a:ext cx="105840" cy="128880"/>
            </p14:xfrm>
          </p:contentPart>
        </mc:Choice>
        <mc:Fallback>
          <p:pic>
            <p:nvPicPr>
              <p:cNvPr id="7" name="Ink 6">
                <a:extLst>
                  <a:ext uri="{FF2B5EF4-FFF2-40B4-BE49-F238E27FC236}">
                    <a16:creationId xmlns:a16="http://schemas.microsoft.com/office/drawing/2014/main" id="{5F59BE98-2CEB-325C-5D31-9E756464495E}"/>
                  </a:ext>
                </a:extLst>
              </p:cNvPr>
              <p:cNvPicPr/>
              <p:nvPr/>
            </p:nvPicPr>
            <p:blipFill>
              <a:blip r:embed="rId4"/>
              <a:stretch>
                <a:fillRect/>
              </a:stretch>
            </p:blipFill>
            <p:spPr>
              <a:xfrm>
                <a:off x="6864008" y="1880772"/>
                <a:ext cx="11808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8" name="Ink 7">
                <a:extLst>
                  <a:ext uri="{FF2B5EF4-FFF2-40B4-BE49-F238E27FC236}">
                    <a16:creationId xmlns:a16="http://schemas.microsoft.com/office/drawing/2014/main" id="{DD106504-4569-A71D-F36F-DFA96B520CD4}"/>
                  </a:ext>
                </a:extLst>
              </p14:cNvPr>
              <p14:cNvContentPartPr/>
              <p14:nvPr/>
            </p14:nvContentPartPr>
            <p14:xfrm>
              <a:off x="6962648" y="1895892"/>
              <a:ext cx="360" cy="360"/>
            </p14:xfrm>
          </p:contentPart>
        </mc:Choice>
        <mc:Fallback>
          <p:pic>
            <p:nvPicPr>
              <p:cNvPr id="8" name="Ink 7">
                <a:extLst>
                  <a:ext uri="{FF2B5EF4-FFF2-40B4-BE49-F238E27FC236}">
                    <a16:creationId xmlns:a16="http://schemas.microsoft.com/office/drawing/2014/main" id="{DD106504-4569-A71D-F36F-DFA96B520CD4}"/>
                  </a:ext>
                </a:extLst>
              </p:cNvPr>
              <p:cNvPicPr/>
              <p:nvPr/>
            </p:nvPicPr>
            <p:blipFill>
              <a:blip r:embed="rId6"/>
              <a:stretch>
                <a:fillRect/>
              </a:stretch>
            </p:blipFill>
            <p:spPr>
              <a:xfrm>
                <a:off x="6956528" y="1889772"/>
                <a:ext cx="12600" cy="12600"/>
              </a:xfrm>
              <a:prstGeom prst="rect">
                <a:avLst/>
              </a:prstGeom>
            </p:spPr>
          </p:pic>
        </mc:Fallback>
      </mc:AlternateContent>
    </p:spTree>
    <p:extLst>
      <p:ext uri="{BB962C8B-B14F-4D97-AF65-F5344CB8AC3E}">
        <p14:creationId xmlns:p14="http://schemas.microsoft.com/office/powerpoint/2010/main" val="539542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0ADC42E-BAF7-7E7E-79FF-F5821F3B2E78}"/>
              </a:ext>
            </a:extLst>
          </p:cNvPr>
          <p:cNvPicPr>
            <a:picLocks noChangeAspect="1"/>
          </p:cNvPicPr>
          <p:nvPr/>
        </p:nvPicPr>
        <p:blipFill>
          <a:blip r:embed="rId2"/>
          <a:stretch>
            <a:fillRect/>
          </a:stretch>
        </p:blipFill>
        <p:spPr>
          <a:xfrm>
            <a:off x="545284" y="411061"/>
            <a:ext cx="11316749" cy="5981350"/>
          </a:xfrm>
          <a:prstGeom prst="rect">
            <a:avLst/>
          </a:prstGeom>
        </p:spPr>
      </p:pic>
    </p:spTree>
    <p:extLst>
      <p:ext uri="{BB962C8B-B14F-4D97-AF65-F5344CB8AC3E}">
        <p14:creationId xmlns:p14="http://schemas.microsoft.com/office/powerpoint/2010/main" val="3070566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0C389FE-7EB4-8887-2913-8B36B87C30EC}"/>
              </a:ext>
            </a:extLst>
          </p:cNvPr>
          <p:cNvPicPr>
            <a:picLocks noChangeAspect="1"/>
          </p:cNvPicPr>
          <p:nvPr/>
        </p:nvPicPr>
        <p:blipFill>
          <a:blip r:embed="rId2"/>
          <a:stretch>
            <a:fillRect/>
          </a:stretch>
        </p:blipFill>
        <p:spPr>
          <a:xfrm>
            <a:off x="402672" y="352338"/>
            <a:ext cx="11291581" cy="6048462"/>
          </a:xfrm>
          <a:prstGeom prst="rect">
            <a:avLst/>
          </a:prstGeom>
        </p:spPr>
      </p:pic>
    </p:spTree>
    <p:extLst>
      <p:ext uri="{BB962C8B-B14F-4D97-AF65-F5344CB8AC3E}">
        <p14:creationId xmlns:p14="http://schemas.microsoft.com/office/powerpoint/2010/main" val="3729711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C33E8-E5A3-D0C0-4DB5-0D407EBBCC0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7A3AAFB-BC9D-93FE-1486-6CB427DCD136}"/>
              </a:ext>
            </a:extLst>
          </p:cNvPr>
          <p:cNvPicPr>
            <a:picLocks noChangeAspect="1"/>
          </p:cNvPicPr>
          <p:nvPr/>
        </p:nvPicPr>
        <p:blipFill>
          <a:blip r:embed="rId2"/>
          <a:stretch>
            <a:fillRect/>
          </a:stretch>
        </p:blipFill>
        <p:spPr>
          <a:xfrm>
            <a:off x="335560" y="444617"/>
            <a:ext cx="11627141" cy="5956184"/>
          </a:xfrm>
          <a:prstGeom prst="rect">
            <a:avLst/>
          </a:prstGeom>
        </p:spPr>
      </p:pic>
    </p:spTree>
    <p:extLst>
      <p:ext uri="{BB962C8B-B14F-4D97-AF65-F5344CB8AC3E}">
        <p14:creationId xmlns:p14="http://schemas.microsoft.com/office/powerpoint/2010/main" val="2960855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D678AC-AF69-0D3C-33BA-ED3DC249CA3B}"/>
              </a:ext>
            </a:extLst>
          </p:cNvPr>
          <p:cNvSpPr txBox="1"/>
          <p:nvPr/>
        </p:nvSpPr>
        <p:spPr>
          <a:xfrm>
            <a:off x="2927604" y="310896"/>
            <a:ext cx="6336792" cy="523220"/>
          </a:xfrm>
          <a:prstGeom prst="rect">
            <a:avLst/>
          </a:prstGeom>
          <a:noFill/>
        </p:spPr>
        <p:txBody>
          <a:bodyPr wrap="square" rtlCol="0">
            <a:spAutoFit/>
          </a:bodyPr>
          <a:lstStyle/>
          <a:p>
            <a:pPr algn="ctr"/>
            <a:r>
              <a:rPr lang="en-US" sz="2800" b="1" dirty="0">
                <a:latin typeface="Arial" panose="020B0604020202020204" pitchFamily="34" charset="0"/>
                <a:ea typeface="Calibri"/>
                <a:cs typeface="Arial" panose="020B0604020202020204" pitchFamily="34" charset="0"/>
                <a:sym typeface="Calibri"/>
              </a:rPr>
              <a:t>Architecture blueprint for IBM bob</a:t>
            </a:r>
            <a:endParaRPr lang="en-IN" sz="28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25C9DEB5-9731-A63E-0C5E-A4494E77FD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1040235"/>
            <a:ext cx="10287000" cy="5352176"/>
          </a:xfrm>
          <a:prstGeom prst="rect">
            <a:avLst/>
          </a:prstGeom>
        </p:spPr>
      </p:pic>
    </p:spTree>
    <p:extLst>
      <p:ext uri="{BB962C8B-B14F-4D97-AF65-F5344CB8AC3E}">
        <p14:creationId xmlns:p14="http://schemas.microsoft.com/office/powerpoint/2010/main" val="1615605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E131D3-4A6E-F5AB-D0CF-D3C1B574E691}"/>
              </a:ext>
            </a:extLst>
          </p:cNvPr>
          <p:cNvSpPr txBox="1"/>
          <p:nvPr/>
        </p:nvSpPr>
        <p:spPr>
          <a:xfrm>
            <a:off x="3087624" y="305318"/>
            <a:ext cx="6016752" cy="2246769"/>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Role of Agentic AI in the solution </a:t>
            </a:r>
          </a:p>
          <a:p>
            <a:pPr algn="ctr"/>
            <a:endParaRPr lang="en-US" sz="2800" b="1" dirty="0">
              <a:latin typeface="Arial" panose="020B0604020202020204" pitchFamily="34" charset="0"/>
              <a:cs typeface="Arial" panose="020B0604020202020204" pitchFamily="34" charset="0"/>
            </a:endParaRPr>
          </a:p>
          <a:p>
            <a:pPr algn="ctr"/>
            <a:endParaRPr lang="en-US" sz="2800" b="1" dirty="0">
              <a:latin typeface="Arial" panose="020B0604020202020204" pitchFamily="34" charset="0"/>
              <a:cs typeface="Arial" panose="020B0604020202020204" pitchFamily="34" charset="0"/>
            </a:endParaRPr>
          </a:p>
          <a:p>
            <a:pPr algn="ctr"/>
            <a:endParaRPr lang="en-US" sz="2800" b="1" dirty="0">
              <a:latin typeface="Arial" panose="020B0604020202020204" pitchFamily="34" charset="0"/>
              <a:cs typeface="Arial" panose="020B0604020202020204" pitchFamily="34" charset="0"/>
            </a:endParaRPr>
          </a:p>
          <a:p>
            <a:pPr algn="ctr"/>
            <a:endParaRPr lang="en-IN" sz="2800"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20022C7D-22DD-4F82-0B8C-491A6FAA7329}"/>
              </a:ext>
            </a:extLst>
          </p:cNvPr>
          <p:cNvSpPr txBox="1"/>
          <p:nvPr/>
        </p:nvSpPr>
        <p:spPr>
          <a:xfrm>
            <a:off x="504737" y="1428702"/>
            <a:ext cx="11182525" cy="4955203"/>
          </a:xfrm>
          <a:prstGeom prst="rect">
            <a:avLst/>
          </a:prstGeom>
          <a:noFill/>
        </p:spPr>
        <p:txBody>
          <a:bodyPr wrap="square" rtlCol="0">
            <a:spAutoFit/>
          </a:bodyPr>
          <a:lstStyle/>
          <a:p>
            <a:pPr lvl="0">
              <a:lnSpc>
                <a:spcPct val="150000"/>
              </a:lnSpc>
            </a:pPr>
            <a:r>
              <a:rPr lang="en-IN" sz="2000" b="1" dirty="0">
                <a:latin typeface="Arial" panose="020B0604020202020204" pitchFamily="34" charset="0"/>
                <a:cs typeface="Arial" panose="020B0604020202020204" pitchFamily="34" charset="0"/>
              </a:rPr>
              <a:t>Understand Candidate</a:t>
            </a:r>
            <a:r>
              <a:rPr lang="en-IN" sz="2000" dirty="0">
                <a:latin typeface="Arial" panose="020B0604020202020204" pitchFamily="34" charset="0"/>
                <a:cs typeface="Arial" panose="020B0604020202020204" pitchFamily="34" charset="0"/>
              </a:rPr>
              <a:t> – </a:t>
            </a:r>
            <a:r>
              <a:rPr lang="en-IN" sz="2000" dirty="0" err="1">
                <a:latin typeface="Arial" panose="020B0604020202020204" pitchFamily="34" charset="0"/>
                <a:cs typeface="Arial" panose="020B0604020202020204" pitchFamily="34" charset="0"/>
              </a:rPr>
              <a:t>Analyzes</a:t>
            </a:r>
            <a:r>
              <a:rPr lang="en-IN" sz="2000" dirty="0">
                <a:latin typeface="Arial" panose="020B0604020202020204" pitchFamily="34" charset="0"/>
                <a:cs typeface="Arial" panose="020B0604020202020204" pitchFamily="34" charset="0"/>
              </a:rPr>
              <a:t> the user’s profile, resume, skills, experience, and target job role. </a:t>
            </a:r>
          </a:p>
          <a:p>
            <a:pPr lvl="0">
              <a:lnSpc>
                <a:spcPct val="150000"/>
              </a:lnSpc>
            </a:pPr>
            <a:r>
              <a:rPr lang="en-IN" sz="2000" b="1" dirty="0">
                <a:latin typeface="Arial" panose="020B0604020202020204" pitchFamily="34" charset="0"/>
                <a:cs typeface="Arial" panose="020B0604020202020204" pitchFamily="34" charset="0"/>
              </a:rPr>
              <a:t>Retrieve Relevant Knowledge</a:t>
            </a:r>
            <a:r>
              <a:rPr lang="en-IN" sz="2000" dirty="0">
                <a:latin typeface="Arial" panose="020B0604020202020204" pitchFamily="34" charset="0"/>
                <a:cs typeface="Arial" panose="020B0604020202020204" pitchFamily="34" charset="0"/>
              </a:rPr>
              <a:t> – Uses the </a:t>
            </a:r>
            <a:r>
              <a:rPr lang="en-IN" sz="2000" b="1" dirty="0">
                <a:latin typeface="Arial" panose="020B0604020202020204" pitchFamily="34" charset="0"/>
                <a:cs typeface="Arial" panose="020B0604020202020204" pitchFamily="34" charset="0"/>
              </a:rPr>
              <a:t>RAG agent</a:t>
            </a:r>
            <a:r>
              <a:rPr lang="en-IN" sz="2000" dirty="0">
                <a:latin typeface="Arial" panose="020B0604020202020204" pitchFamily="34" charset="0"/>
                <a:cs typeface="Arial" panose="020B0604020202020204" pitchFamily="34" charset="0"/>
              </a:rPr>
              <a:t> to retrieve role-specific questions, concepts, and interview guidelines from the knowledge base. </a:t>
            </a:r>
          </a:p>
          <a:p>
            <a:pPr lvl="0">
              <a:lnSpc>
                <a:spcPct val="150000"/>
              </a:lnSpc>
            </a:pPr>
            <a:r>
              <a:rPr lang="en-IN" sz="2000" b="1" dirty="0">
                <a:latin typeface="Arial" panose="020B0604020202020204" pitchFamily="34" charset="0"/>
                <a:cs typeface="Arial" panose="020B0604020202020204" pitchFamily="34" charset="0"/>
              </a:rPr>
              <a:t>Generate Personalized Questions</a:t>
            </a:r>
            <a:r>
              <a:rPr lang="en-IN" sz="2000" dirty="0">
                <a:latin typeface="Arial" panose="020B0604020202020204" pitchFamily="34" charset="0"/>
                <a:cs typeface="Arial" panose="020B0604020202020204" pitchFamily="34" charset="0"/>
              </a:rPr>
              <a:t> – The </a:t>
            </a:r>
            <a:r>
              <a:rPr lang="en-IN" sz="2000" b="1" dirty="0">
                <a:latin typeface="Arial" panose="020B0604020202020204" pitchFamily="34" charset="0"/>
                <a:cs typeface="Arial" panose="020B0604020202020204" pitchFamily="34" charset="0"/>
              </a:rPr>
              <a:t>Interview Agent</a:t>
            </a:r>
            <a:r>
              <a:rPr lang="en-IN" sz="2000" dirty="0">
                <a:latin typeface="Arial" panose="020B0604020202020204" pitchFamily="34" charset="0"/>
                <a:cs typeface="Arial" panose="020B0604020202020204" pitchFamily="34" charset="0"/>
              </a:rPr>
              <a:t>, powered by IBM Granite, generates relevant technical, HR, and </a:t>
            </a:r>
            <a:r>
              <a:rPr lang="en-IN" sz="2000" dirty="0" err="1">
                <a:latin typeface="Arial" panose="020B0604020202020204" pitchFamily="34" charset="0"/>
                <a:cs typeface="Arial" panose="020B0604020202020204" pitchFamily="34" charset="0"/>
              </a:rPr>
              <a:t>behavioral</a:t>
            </a:r>
            <a:r>
              <a:rPr lang="en-IN" sz="2000" dirty="0">
                <a:latin typeface="Arial" panose="020B0604020202020204" pitchFamily="34" charset="0"/>
                <a:cs typeface="Arial" panose="020B0604020202020204" pitchFamily="34" charset="0"/>
              </a:rPr>
              <a:t> questions. </a:t>
            </a:r>
          </a:p>
          <a:p>
            <a:pPr lvl="0">
              <a:lnSpc>
                <a:spcPct val="150000"/>
              </a:lnSpc>
            </a:pPr>
            <a:r>
              <a:rPr lang="en-IN" sz="2000" b="1" dirty="0">
                <a:latin typeface="Arial" panose="020B0604020202020204" pitchFamily="34" charset="0"/>
                <a:cs typeface="Arial" panose="020B0604020202020204" pitchFamily="34" charset="0"/>
              </a:rPr>
              <a:t>Evaluate &amp; Adapt</a:t>
            </a:r>
            <a:r>
              <a:rPr lang="en-IN" sz="2000" dirty="0">
                <a:latin typeface="Arial" panose="020B0604020202020204" pitchFamily="34" charset="0"/>
                <a:cs typeface="Arial" panose="020B0604020202020204" pitchFamily="34" charset="0"/>
              </a:rPr>
              <a:t> – The </a:t>
            </a:r>
            <a:r>
              <a:rPr lang="en-IN" sz="2000" b="1" dirty="0">
                <a:latin typeface="Arial" panose="020B0604020202020204" pitchFamily="34" charset="0"/>
                <a:cs typeface="Arial" panose="020B0604020202020204" pitchFamily="34" charset="0"/>
              </a:rPr>
              <a:t>Evaluation Agent</a:t>
            </a:r>
            <a:r>
              <a:rPr lang="en-IN" sz="2000" dirty="0">
                <a:latin typeface="Arial" panose="020B0604020202020204" pitchFamily="34" charset="0"/>
                <a:cs typeface="Arial" panose="020B0604020202020204" pitchFamily="34" charset="0"/>
              </a:rPr>
              <a:t> </a:t>
            </a:r>
            <a:r>
              <a:rPr lang="en-IN" sz="2000" dirty="0" err="1">
                <a:latin typeface="Arial" panose="020B0604020202020204" pitchFamily="34" charset="0"/>
                <a:cs typeface="Arial" panose="020B0604020202020204" pitchFamily="34" charset="0"/>
              </a:rPr>
              <a:t>analyzes</a:t>
            </a:r>
            <a:r>
              <a:rPr lang="en-IN" sz="2000" dirty="0">
                <a:latin typeface="Arial" panose="020B0604020202020204" pitchFamily="34" charset="0"/>
                <a:cs typeface="Arial" panose="020B0604020202020204" pitchFamily="34" charset="0"/>
              </a:rPr>
              <a:t> answers, provides scores and feedback, while the system adapts follow-up questions based on performance. </a:t>
            </a:r>
          </a:p>
          <a:p>
            <a:pPr lvl="0">
              <a:lnSpc>
                <a:spcPct val="150000"/>
              </a:lnSpc>
            </a:pPr>
            <a:r>
              <a:rPr lang="en-IN" sz="2000" b="1" dirty="0">
                <a:latin typeface="Arial" panose="020B0604020202020204" pitchFamily="34" charset="0"/>
                <a:cs typeface="Arial" panose="020B0604020202020204" pitchFamily="34" charset="0"/>
              </a:rPr>
              <a:t>Create Preparation Plan</a:t>
            </a:r>
            <a:r>
              <a:rPr lang="en-IN" sz="2000" dirty="0">
                <a:latin typeface="Arial" panose="020B0604020202020204" pitchFamily="34" charset="0"/>
                <a:cs typeface="Arial" panose="020B0604020202020204" pitchFamily="34" charset="0"/>
              </a:rPr>
              <a:t> – The </a:t>
            </a:r>
            <a:r>
              <a:rPr lang="en-IN" sz="2000" b="1" dirty="0">
                <a:latin typeface="Arial" panose="020B0604020202020204" pitchFamily="34" charset="0"/>
                <a:cs typeface="Arial" panose="020B0604020202020204" pitchFamily="34" charset="0"/>
              </a:rPr>
              <a:t>Planner Agent</a:t>
            </a:r>
            <a:r>
              <a:rPr lang="en-IN" sz="2000" dirty="0">
                <a:latin typeface="Arial" panose="020B0604020202020204" pitchFamily="34" charset="0"/>
                <a:cs typeface="Arial" panose="020B0604020202020204" pitchFamily="34" charset="0"/>
              </a:rPr>
              <a:t> identifies weak areas and generates a personalized preparation strategy to improve future interview performance.</a:t>
            </a:r>
          </a:p>
          <a:p>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7980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BCB00C-F4F3-4E36-044A-B2A7CC5562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656438"/>
            <a:ext cx="10287000" cy="5545123"/>
          </a:xfrm>
          <a:prstGeom prst="rect">
            <a:avLst/>
          </a:prstGeom>
        </p:spPr>
      </p:pic>
    </p:spTree>
    <p:extLst>
      <p:ext uri="{BB962C8B-B14F-4D97-AF65-F5344CB8AC3E}">
        <p14:creationId xmlns:p14="http://schemas.microsoft.com/office/powerpoint/2010/main" val="1442210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556601-38DD-B448-EDBD-A74E44F9F38F}"/>
              </a:ext>
            </a:extLst>
          </p:cNvPr>
          <p:cNvSpPr txBox="1"/>
          <p:nvPr/>
        </p:nvSpPr>
        <p:spPr>
          <a:xfrm>
            <a:off x="4783836" y="713232"/>
            <a:ext cx="2624328"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sym typeface="Times New Roman"/>
              </a:rPr>
              <a:t>Token Usage </a:t>
            </a:r>
          </a:p>
        </p:txBody>
      </p:sp>
      <p:pic>
        <p:nvPicPr>
          <p:cNvPr id="6" name="Picture 5">
            <a:extLst>
              <a:ext uri="{FF2B5EF4-FFF2-40B4-BE49-F238E27FC236}">
                <a16:creationId xmlns:a16="http://schemas.microsoft.com/office/drawing/2014/main" id="{00B75230-1C4E-5111-1A8F-C524CE1516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701" y="1493240"/>
            <a:ext cx="11126598" cy="4739780"/>
          </a:xfrm>
          <a:prstGeom prst="rect">
            <a:avLst/>
          </a:prstGeom>
        </p:spPr>
      </p:pic>
    </p:spTree>
    <p:extLst>
      <p:ext uri="{BB962C8B-B14F-4D97-AF65-F5344CB8AC3E}">
        <p14:creationId xmlns:p14="http://schemas.microsoft.com/office/powerpoint/2010/main" val="1209070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5AC1CD-DE00-B820-1C8F-B5A48447C5EB}"/>
              </a:ext>
            </a:extLst>
          </p:cNvPr>
          <p:cNvSpPr txBox="1"/>
          <p:nvPr/>
        </p:nvSpPr>
        <p:spPr>
          <a:xfrm>
            <a:off x="3558540" y="206286"/>
            <a:ext cx="5074920"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sym typeface="Times New Roman"/>
              </a:rPr>
              <a:t>Project Output Screenshots</a:t>
            </a:r>
            <a:endParaRPr lang="en-IN" sz="28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63AB994F-F67F-B49C-75C6-C3043CF3A6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3101" y="997953"/>
            <a:ext cx="4756558" cy="5453181"/>
          </a:xfrm>
          <a:prstGeom prst="rect">
            <a:avLst/>
          </a:prstGeom>
        </p:spPr>
      </p:pic>
    </p:spTree>
    <p:extLst>
      <p:ext uri="{BB962C8B-B14F-4D97-AF65-F5344CB8AC3E}">
        <p14:creationId xmlns:p14="http://schemas.microsoft.com/office/powerpoint/2010/main" val="16614971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AC6DA49-B857-C643-5538-0C305E6593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1314" y="316684"/>
            <a:ext cx="6132353" cy="6224631"/>
          </a:xfrm>
          <a:prstGeom prst="rect">
            <a:avLst/>
          </a:prstGeom>
        </p:spPr>
      </p:pic>
    </p:spTree>
    <p:extLst>
      <p:ext uri="{BB962C8B-B14F-4D97-AF65-F5344CB8AC3E}">
        <p14:creationId xmlns:p14="http://schemas.microsoft.com/office/powerpoint/2010/main" val="42563201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DB3D8E-60D2-0FD0-2A08-96CE8FD1B93D}"/>
              </a:ext>
            </a:extLst>
          </p:cNvPr>
          <p:cNvPicPr>
            <a:picLocks noChangeAspect="1"/>
          </p:cNvPicPr>
          <p:nvPr/>
        </p:nvPicPr>
        <p:blipFill>
          <a:blip r:embed="rId2"/>
          <a:stretch>
            <a:fillRect/>
          </a:stretch>
        </p:blipFill>
        <p:spPr>
          <a:xfrm>
            <a:off x="2961314" y="276837"/>
            <a:ext cx="6090407" cy="6291743"/>
          </a:xfrm>
          <a:prstGeom prst="rect">
            <a:avLst/>
          </a:prstGeom>
        </p:spPr>
      </p:pic>
    </p:spTree>
    <p:extLst>
      <p:ext uri="{BB962C8B-B14F-4D97-AF65-F5344CB8AC3E}">
        <p14:creationId xmlns:p14="http://schemas.microsoft.com/office/powerpoint/2010/main" val="3967234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4ACA86E-D140-4A15-210A-F4BEE6B38095}"/>
              </a:ext>
            </a:extLst>
          </p:cNvPr>
          <p:cNvPicPr>
            <a:picLocks noChangeAspect="1"/>
          </p:cNvPicPr>
          <p:nvPr/>
        </p:nvPicPr>
        <p:blipFill>
          <a:blip r:embed="rId2"/>
          <a:stretch>
            <a:fillRect/>
          </a:stretch>
        </p:blipFill>
        <p:spPr>
          <a:xfrm>
            <a:off x="2692866" y="312490"/>
            <a:ext cx="6660859" cy="6417578"/>
          </a:xfrm>
          <a:prstGeom prst="rect">
            <a:avLst/>
          </a:prstGeom>
        </p:spPr>
      </p:pic>
    </p:spTree>
    <p:extLst>
      <p:ext uri="{BB962C8B-B14F-4D97-AF65-F5344CB8AC3E}">
        <p14:creationId xmlns:p14="http://schemas.microsoft.com/office/powerpoint/2010/main" val="37352120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3E9809-A956-A56A-51A2-54D3B1D10993}"/>
              </a:ext>
            </a:extLst>
          </p:cNvPr>
          <p:cNvSpPr txBox="1"/>
          <p:nvPr/>
        </p:nvSpPr>
        <p:spPr>
          <a:xfrm>
            <a:off x="3938721" y="215676"/>
            <a:ext cx="4362093" cy="523220"/>
          </a:xfrm>
          <a:prstGeom prst="rect">
            <a:avLst/>
          </a:prstGeom>
          <a:noFill/>
        </p:spPr>
        <p:txBody>
          <a:bodyPr wrap="none" rtlCol="0">
            <a:spAutoFit/>
          </a:bodyPr>
          <a:lstStyle/>
          <a:p>
            <a:pPr algn="ctr"/>
            <a:r>
              <a:rPr lang="en-US" sz="2800" b="1" dirty="0">
                <a:latin typeface="Arial" panose="020B0604020202020204" pitchFamily="34" charset="0"/>
                <a:cs typeface="Arial" panose="020B0604020202020204" pitchFamily="34" charset="0"/>
              </a:rPr>
              <a:t>Novelty and Uniqueness</a:t>
            </a:r>
            <a:endParaRPr lang="en-IN" sz="2800"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4EEC0961-6CA1-AC71-D0A2-1FE7AD565DEC}"/>
              </a:ext>
            </a:extLst>
          </p:cNvPr>
          <p:cNvSpPr txBox="1"/>
          <p:nvPr/>
        </p:nvSpPr>
        <p:spPr>
          <a:xfrm>
            <a:off x="159390" y="1124735"/>
            <a:ext cx="11920757" cy="4985980"/>
          </a:xfrm>
          <a:prstGeom prst="rect">
            <a:avLst/>
          </a:prstGeom>
          <a:noFill/>
        </p:spPr>
        <p:txBody>
          <a:bodyPr wrap="square" rtlCol="0">
            <a:spAutoFit/>
          </a:bodyPr>
          <a:lstStyle/>
          <a:p>
            <a:pPr marL="342900" lvl="0" indent="-342900">
              <a:lnSpc>
                <a:spcPct val="15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Agentic Interview Workflow</a:t>
            </a:r>
            <a:r>
              <a:rPr lang="en-IN" sz="2000" dirty="0">
                <a:latin typeface="Arial" panose="020B0604020202020204" pitchFamily="34" charset="0"/>
                <a:cs typeface="Arial" panose="020B0604020202020204" pitchFamily="34" charset="0"/>
              </a:rPr>
              <a:t> – Multiple specialized AI agents work together to plan, conduct, evaluate, and improve the interview. </a:t>
            </a:r>
          </a:p>
          <a:p>
            <a:pPr marL="342900" lvl="0" indent="-342900">
              <a:lnSpc>
                <a:spcPct val="15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RAG-Based Personalization</a:t>
            </a:r>
            <a:r>
              <a:rPr lang="en-IN" sz="2000" dirty="0">
                <a:latin typeface="Arial" panose="020B0604020202020204" pitchFamily="34" charset="0"/>
                <a:cs typeface="Arial" panose="020B0604020202020204" pitchFamily="34" charset="0"/>
              </a:rPr>
              <a:t> – Retrieves relevant technical, </a:t>
            </a:r>
            <a:r>
              <a:rPr lang="en-IN" sz="2000" dirty="0" err="1">
                <a:latin typeface="Arial" panose="020B0604020202020204" pitchFamily="34" charset="0"/>
                <a:cs typeface="Arial" panose="020B0604020202020204" pitchFamily="34" charset="0"/>
              </a:rPr>
              <a:t>behavioral</a:t>
            </a:r>
            <a:r>
              <a:rPr lang="en-IN" sz="2000" dirty="0">
                <a:latin typeface="Arial" panose="020B0604020202020204" pitchFamily="34" charset="0"/>
                <a:cs typeface="Arial" panose="020B0604020202020204" pitchFamily="34" charset="0"/>
              </a:rPr>
              <a:t>, and role-specific knowledge to generate context-aware questions. </a:t>
            </a:r>
          </a:p>
          <a:p>
            <a:pPr marL="342900" lvl="0" indent="-342900">
              <a:lnSpc>
                <a:spcPct val="15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Resume + Job Role Intelligence</a:t>
            </a:r>
            <a:r>
              <a:rPr lang="en-IN" sz="2000" dirty="0">
                <a:latin typeface="Arial" panose="020B0604020202020204" pitchFamily="34" charset="0"/>
                <a:cs typeface="Arial" panose="020B0604020202020204" pitchFamily="34" charset="0"/>
              </a:rPr>
              <a:t> – Uses the candidate’s resume, skills, experience, and target role to create a personalized interview experience. </a:t>
            </a:r>
          </a:p>
          <a:p>
            <a:pPr marL="342900" lvl="0" indent="-342900">
              <a:lnSpc>
                <a:spcPct val="15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Adaptive Interviewing</a:t>
            </a:r>
            <a:r>
              <a:rPr lang="en-IN" sz="2000" dirty="0">
                <a:latin typeface="Arial" panose="020B0604020202020204" pitchFamily="34" charset="0"/>
                <a:cs typeface="Arial" panose="020B0604020202020204" pitchFamily="34" charset="0"/>
              </a:rPr>
              <a:t> – Dynamically generates follow-up questions based on the candidate’s answers and performance. </a:t>
            </a:r>
          </a:p>
          <a:p>
            <a:pPr marL="342900" lvl="0" indent="-342900">
              <a:lnSpc>
                <a:spcPct val="15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End-to-End AI Career Coach</a:t>
            </a:r>
            <a:r>
              <a:rPr lang="en-IN" sz="2000" dirty="0">
                <a:latin typeface="Arial" panose="020B0604020202020204" pitchFamily="34" charset="0"/>
                <a:cs typeface="Arial" panose="020B0604020202020204" pitchFamily="34" charset="0"/>
              </a:rPr>
              <a:t> – Goes beyond question generation by providing </a:t>
            </a:r>
            <a:r>
              <a:rPr lang="en-IN" sz="2000" b="1" dirty="0">
                <a:latin typeface="Arial" panose="020B0604020202020204" pitchFamily="34" charset="0"/>
                <a:cs typeface="Arial" panose="020B0604020202020204" pitchFamily="34" charset="0"/>
              </a:rPr>
              <a:t>AI evaluation, detailed feedback, performance analytics, and a personalized preparation plan</a:t>
            </a:r>
            <a:r>
              <a:rPr lang="en-IN" sz="2000" dirty="0">
                <a:latin typeface="Arial" panose="020B0604020202020204" pitchFamily="34" charset="0"/>
                <a:cs typeface="Arial" panose="020B0604020202020204" pitchFamily="34" charset="0"/>
              </a:rPr>
              <a:t> in one platform.</a:t>
            </a:r>
          </a:p>
          <a:p>
            <a:pPr marL="285750" indent="-285750">
              <a:buFont typeface="Wingdings" panose="05000000000000000000" pitchFamily="2" charset="2"/>
              <a:buChar char="v"/>
            </a:pP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57058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A0C290-CB18-7948-FD04-0AB377418316}"/>
              </a:ext>
            </a:extLst>
          </p:cNvPr>
          <p:cNvSpPr txBox="1"/>
          <p:nvPr/>
        </p:nvSpPr>
        <p:spPr>
          <a:xfrm>
            <a:off x="4294726" y="1697473"/>
            <a:ext cx="2914650" cy="681469"/>
          </a:xfrm>
          <a:prstGeom prst="rect">
            <a:avLst/>
          </a:prstGeom>
          <a:noFill/>
        </p:spPr>
        <p:txBody>
          <a:bodyPr wrap="square">
            <a:spAutoFit/>
          </a:bodyPr>
          <a:lstStyle/>
          <a:p>
            <a:pPr marL="0" marR="0" lvl="0" indent="0" algn="ctr" rtl="0">
              <a:lnSpc>
                <a:spcPct val="157142"/>
              </a:lnSpc>
              <a:spcBef>
                <a:spcPts val="0"/>
              </a:spcBef>
              <a:spcAft>
                <a:spcPts val="0"/>
              </a:spcAft>
              <a:buClr>
                <a:srgbClr val="051D3A"/>
              </a:buClr>
              <a:buSzPts val="3500"/>
              <a:buFont typeface="Times New Roman"/>
              <a:buNone/>
            </a:pPr>
            <a:r>
              <a:rPr lang="en-US" sz="2800" b="1" dirty="0">
                <a:latin typeface="Arial" panose="020B0604020202020204" pitchFamily="34" charset="0"/>
                <a:cs typeface="Arial" panose="020B0604020202020204" pitchFamily="34" charset="0"/>
                <a:sym typeface="Times New Roman"/>
              </a:rPr>
              <a:t>Git Hub Link</a:t>
            </a:r>
          </a:p>
        </p:txBody>
      </p:sp>
      <p:sp>
        <p:nvSpPr>
          <p:cNvPr id="2" name="TextBox 1">
            <a:extLst>
              <a:ext uri="{FF2B5EF4-FFF2-40B4-BE49-F238E27FC236}">
                <a16:creationId xmlns:a16="http://schemas.microsoft.com/office/drawing/2014/main" id="{8F75FFFF-06D8-FB68-C315-C679A1CC9A33}"/>
              </a:ext>
            </a:extLst>
          </p:cNvPr>
          <p:cNvSpPr txBox="1"/>
          <p:nvPr/>
        </p:nvSpPr>
        <p:spPr>
          <a:xfrm>
            <a:off x="1922477" y="3665989"/>
            <a:ext cx="8347046" cy="400110"/>
          </a:xfrm>
          <a:prstGeom prst="rect">
            <a:avLst/>
          </a:prstGeom>
          <a:noFill/>
        </p:spPr>
        <p:txBody>
          <a:bodyPr wrap="square" rtlCol="0">
            <a:spAutoFit/>
          </a:bodyPr>
          <a:lstStyle/>
          <a:p>
            <a:pPr algn="r"/>
            <a:r>
              <a:rPr lang="en-IN" sz="2000" dirty="0"/>
              <a:t>https://github.com/yeddulapavankumarreddy-create/ai-interview-trainer</a:t>
            </a:r>
          </a:p>
        </p:txBody>
      </p:sp>
    </p:spTree>
    <p:extLst>
      <p:ext uri="{BB962C8B-B14F-4D97-AF65-F5344CB8AC3E}">
        <p14:creationId xmlns:p14="http://schemas.microsoft.com/office/powerpoint/2010/main" val="11032589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09677B-C75A-F2CC-65E5-B43940D560FA}"/>
              </a:ext>
            </a:extLst>
          </p:cNvPr>
          <p:cNvSpPr txBox="1"/>
          <p:nvPr/>
        </p:nvSpPr>
        <p:spPr>
          <a:xfrm>
            <a:off x="1079129" y="1116995"/>
            <a:ext cx="8993505" cy="5016758"/>
          </a:xfrm>
          <a:prstGeom prst="rect">
            <a:avLst/>
          </a:prstGeom>
          <a:noFill/>
        </p:spPr>
        <p:txBody>
          <a:bodyPr wrap="square" rtlCol="0">
            <a:spAutoFit/>
          </a:bodyPr>
          <a:lstStyle/>
          <a:p>
            <a:pPr marL="342900" lvl="0" indent="-342900">
              <a:lnSpc>
                <a:spcPct val="15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Voice-Based Interview</a:t>
            </a:r>
            <a:r>
              <a:rPr lang="en-IN" sz="2000" dirty="0">
                <a:latin typeface="Arial" panose="020B0604020202020204" pitchFamily="34" charset="0"/>
                <a:cs typeface="Arial" panose="020B0604020202020204" pitchFamily="34" charset="0"/>
              </a:rPr>
              <a:t> – Conduct realistic interviews using speech recognition and voice interaction. </a:t>
            </a:r>
          </a:p>
          <a:p>
            <a:pPr marL="342900" lvl="0" indent="-342900">
              <a:lnSpc>
                <a:spcPct val="15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Advanced Multi-Agent AI</a:t>
            </a:r>
            <a:r>
              <a:rPr lang="en-IN" sz="2000" dirty="0">
                <a:latin typeface="Arial" panose="020B0604020202020204" pitchFamily="34" charset="0"/>
                <a:cs typeface="Arial" panose="020B0604020202020204" pitchFamily="34" charset="0"/>
              </a:rPr>
              <a:t> – Add specialized agents for technical, HR, coding, </a:t>
            </a:r>
            <a:r>
              <a:rPr lang="en-IN" sz="2000" dirty="0" err="1">
                <a:latin typeface="Arial" panose="020B0604020202020204" pitchFamily="34" charset="0"/>
                <a:cs typeface="Arial" panose="020B0604020202020204" pitchFamily="34" charset="0"/>
              </a:rPr>
              <a:t>behavioral</a:t>
            </a:r>
            <a:r>
              <a:rPr lang="en-IN" sz="2000" dirty="0">
                <a:latin typeface="Arial" panose="020B0604020202020204" pitchFamily="34" charset="0"/>
                <a:cs typeface="Arial" panose="020B0604020202020204" pitchFamily="34" charset="0"/>
              </a:rPr>
              <a:t>, and communication assessment. </a:t>
            </a:r>
          </a:p>
          <a:p>
            <a:pPr marL="342900" lvl="0" indent="-342900">
              <a:lnSpc>
                <a:spcPct val="15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Company-Specific Preparation</a:t>
            </a:r>
            <a:r>
              <a:rPr lang="en-IN" sz="2000" dirty="0">
                <a:latin typeface="Arial" panose="020B0604020202020204" pitchFamily="34" charset="0"/>
                <a:cs typeface="Arial" panose="020B0604020202020204" pitchFamily="34" charset="0"/>
              </a:rPr>
              <a:t> – Generate interview questions based on a target company, job role, and job description. </a:t>
            </a:r>
          </a:p>
          <a:p>
            <a:pPr marL="342900" lvl="0" indent="-342900">
              <a:lnSpc>
                <a:spcPct val="15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Real-Time Performance Analysis</a:t>
            </a:r>
            <a:r>
              <a:rPr lang="en-IN" sz="2000" dirty="0">
                <a:latin typeface="Arial" panose="020B0604020202020204" pitchFamily="34" charset="0"/>
                <a:cs typeface="Arial" panose="020B0604020202020204" pitchFamily="34" charset="0"/>
              </a:rPr>
              <a:t> – </a:t>
            </a:r>
            <a:r>
              <a:rPr lang="en-IN" sz="2000" dirty="0" err="1">
                <a:latin typeface="Arial" panose="020B0604020202020204" pitchFamily="34" charset="0"/>
                <a:cs typeface="Arial" panose="020B0604020202020204" pitchFamily="34" charset="0"/>
              </a:rPr>
              <a:t>Analyze</a:t>
            </a:r>
            <a:r>
              <a:rPr lang="en-IN" sz="2000" dirty="0">
                <a:latin typeface="Arial" panose="020B0604020202020204" pitchFamily="34" charset="0"/>
                <a:cs typeface="Arial" panose="020B0604020202020204" pitchFamily="34" charset="0"/>
              </a:rPr>
              <a:t> answers, communication, confidence, and identify weaknesses instantly. </a:t>
            </a:r>
          </a:p>
          <a:p>
            <a:pPr marL="342900" lvl="0" indent="-342900">
              <a:lnSpc>
                <a:spcPct val="15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Coding &amp; Multilingual Support</a:t>
            </a:r>
            <a:r>
              <a:rPr lang="en-IN" sz="2000" dirty="0">
                <a:latin typeface="Arial" panose="020B0604020202020204" pitchFamily="34" charset="0"/>
                <a:cs typeface="Arial" panose="020B0604020202020204" pitchFamily="34" charset="0"/>
              </a:rPr>
              <a:t> – Add live coding assessment and support for interviews in multiple languages.</a:t>
            </a:r>
          </a:p>
          <a:p>
            <a:endParaRPr lang="en-IN" sz="20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FE55FEA0-6302-C4BA-D934-1BA8EE488451}"/>
              </a:ext>
            </a:extLst>
          </p:cNvPr>
          <p:cNvSpPr txBox="1"/>
          <p:nvPr/>
        </p:nvSpPr>
        <p:spPr>
          <a:xfrm>
            <a:off x="3714633" y="88989"/>
            <a:ext cx="3571494" cy="699166"/>
          </a:xfrm>
          <a:prstGeom prst="rect">
            <a:avLst/>
          </a:prstGeom>
          <a:noFill/>
        </p:spPr>
        <p:txBody>
          <a:bodyPr wrap="square">
            <a:spAutoFit/>
          </a:bodyPr>
          <a:lstStyle/>
          <a:p>
            <a:pPr marL="0" marR="0" lvl="0" indent="0" algn="ctr" rtl="0">
              <a:lnSpc>
                <a:spcPct val="157142"/>
              </a:lnSpc>
              <a:spcBef>
                <a:spcPts val="0"/>
              </a:spcBef>
              <a:spcAft>
                <a:spcPts val="0"/>
              </a:spcAft>
              <a:buClr>
                <a:srgbClr val="051D3A"/>
              </a:buClr>
              <a:buSzPts val="3500"/>
              <a:buFont typeface="Times New Roman"/>
              <a:buNone/>
            </a:pPr>
            <a:r>
              <a:rPr lang="en-US" sz="2800" b="1" dirty="0">
                <a:latin typeface="Arial" panose="020B0604020202020204" pitchFamily="34" charset="0"/>
                <a:cs typeface="Arial" panose="020B0604020202020204" pitchFamily="34" charset="0"/>
                <a:sym typeface="Times New Roman"/>
              </a:rPr>
              <a:t>Future Scope </a:t>
            </a:r>
          </a:p>
        </p:txBody>
      </p:sp>
    </p:spTree>
    <p:extLst>
      <p:ext uri="{BB962C8B-B14F-4D97-AF65-F5344CB8AC3E}">
        <p14:creationId xmlns:p14="http://schemas.microsoft.com/office/powerpoint/2010/main" val="15658273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4298586" y="499988"/>
            <a:ext cx="359482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dirty="0">
                <a:latin typeface="Arial" panose="020B0604020202020204" pitchFamily="34" charset="0"/>
                <a:cs typeface="Arial" panose="020B0604020202020204" pitchFamily="34" charset="0"/>
              </a:rPr>
              <a:t>Certificates Earned</a:t>
            </a:r>
          </a:p>
        </p:txBody>
      </p:sp>
      <p:pic>
        <p:nvPicPr>
          <p:cNvPr id="3" name="Picture 2">
            <a:extLst>
              <a:ext uri="{FF2B5EF4-FFF2-40B4-BE49-F238E27FC236}">
                <a16:creationId xmlns:a16="http://schemas.microsoft.com/office/drawing/2014/main" id="{376E41BC-CFAF-2F51-49D4-ED4424F539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4215" y="1291904"/>
            <a:ext cx="10083567" cy="5066108"/>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3F143-1794-0B3E-FCAB-979728AC251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9FA581E-4229-5CC9-4AE1-F442AD6982CC}"/>
              </a:ext>
            </a:extLst>
          </p:cNvPr>
          <p:cNvSpPr txBox="1"/>
          <p:nvPr/>
        </p:nvSpPr>
        <p:spPr>
          <a:xfrm>
            <a:off x="4298586" y="499988"/>
            <a:ext cx="359482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dirty="0">
                <a:latin typeface="Arial" panose="020B0604020202020204" pitchFamily="34" charset="0"/>
                <a:cs typeface="Arial" panose="020B0604020202020204" pitchFamily="34" charset="0"/>
              </a:rPr>
              <a:t>Certificates Earned</a:t>
            </a:r>
          </a:p>
        </p:txBody>
      </p:sp>
      <p:pic>
        <p:nvPicPr>
          <p:cNvPr id="4" name="Picture 3">
            <a:extLst>
              <a:ext uri="{FF2B5EF4-FFF2-40B4-BE49-F238E27FC236}">
                <a16:creationId xmlns:a16="http://schemas.microsoft.com/office/drawing/2014/main" id="{90CEF246-08CD-8E56-12A3-F96A4989AC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9078" y="1317072"/>
            <a:ext cx="9873842" cy="5100506"/>
          </a:xfrm>
          <a:prstGeom prst="rect">
            <a:avLst/>
          </a:prstGeom>
        </p:spPr>
      </p:pic>
    </p:spTree>
    <p:extLst>
      <p:ext uri="{BB962C8B-B14F-4D97-AF65-F5344CB8AC3E}">
        <p14:creationId xmlns:p14="http://schemas.microsoft.com/office/powerpoint/2010/main" val="39975223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F991E-8A34-0E55-ADA6-75F65FF8D73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75235F0-3125-42E4-F0B9-BCE21189D6BC}"/>
              </a:ext>
            </a:extLst>
          </p:cNvPr>
          <p:cNvSpPr txBox="1"/>
          <p:nvPr/>
        </p:nvSpPr>
        <p:spPr>
          <a:xfrm>
            <a:off x="4298586" y="499988"/>
            <a:ext cx="359482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dirty="0">
                <a:latin typeface="Arial" panose="020B0604020202020204" pitchFamily="34" charset="0"/>
                <a:cs typeface="Arial" panose="020B0604020202020204" pitchFamily="34" charset="0"/>
              </a:rPr>
              <a:t>Certificates Earned</a:t>
            </a:r>
          </a:p>
        </p:txBody>
      </p:sp>
      <p:pic>
        <p:nvPicPr>
          <p:cNvPr id="4" name="Picture 3">
            <a:extLst>
              <a:ext uri="{FF2B5EF4-FFF2-40B4-BE49-F238E27FC236}">
                <a16:creationId xmlns:a16="http://schemas.microsoft.com/office/drawing/2014/main" id="{36DE5D2E-7A82-EA83-B006-8D24D18B2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4801" y="1192479"/>
            <a:ext cx="9322397" cy="5359324"/>
          </a:xfrm>
          <a:prstGeom prst="rect">
            <a:avLst/>
          </a:prstGeom>
        </p:spPr>
      </p:pic>
    </p:spTree>
    <p:extLst>
      <p:ext uri="{BB962C8B-B14F-4D97-AF65-F5344CB8AC3E}">
        <p14:creationId xmlns:p14="http://schemas.microsoft.com/office/powerpoint/2010/main" val="37933402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85FCA-4474-5A47-D5DF-EB38183CA41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2D2A07A-E90D-83F2-9D46-7108E9F74E9F}"/>
              </a:ext>
            </a:extLst>
          </p:cNvPr>
          <p:cNvSpPr txBox="1"/>
          <p:nvPr/>
        </p:nvSpPr>
        <p:spPr>
          <a:xfrm>
            <a:off x="4298586" y="499988"/>
            <a:ext cx="359482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dirty="0">
                <a:latin typeface="Arial" panose="020B0604020202020204" pitchFamily="34" charset="0"/>
                <a:cs typeface="Arial" panose="020B0604020202020204" pitchFamily="34" charset="0"/>
              </a:rPr>
              <a:t>Certificates Earned</a:t>
            </a:r>
          </a:p>
        </p:txBody>
      </p:sp>
      <p:pic>
        <p:nvPicPr>
          <p:cNvPr id="4" name="Picture 3">
            <a:extLst>
              <a:ext uri="{FF2B5EF4-FFF2-40B4-BE49-F238E27FC236}">
                <a16:creationId xmlns:a16="http://schemas.microsoft.com/office/drawing/2014/main" id="{B8A9BEB3-0D4C-50EB-23BA-0C315D441C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0628" y="1227855"/>
            <a:ext cx="9391910" cy="5290391"/>
          </a:xfrm>
          <a:prstGeom prst="rect">
            <a:avLst/>
          </a:prstGeom>
        </p:spPr>
      </p:pic>
    </p:spTree>
    <p:extLst>
      <p:ext uri="{BB962C8B-B14F-4D97-AF65-F5344CB8AC3E}">
        <p14:creationId xmlns:p14="http://schemas.microsoft.com/office/powerpoint/2010/main" val="194618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4" name="TextBox 3">
            <a:extLst>
              <a:ext uri="{FF2B5EF4-FFF2-40B4-BE49-F238E27FC236}">
                <a16:creationId xmlns:a16="http://schemas.microsoft.com/office/drawing/2014/main" id="{860CED34-28BA-EED6-6F78-DADC6417F74B}"/>
              </a:ext>
            </a:extLst>
          </p:cNvPr>
          <p:cNvSpPr txBox="1"/>
          <p:nvPr/>
        </p:nvSpPr>
        <p:spPr>
          <a:xfrm>
            <a:off x="3192780" y="2413337"/>
            <a:ext cx="5806440" cy="1015663"/>
          </a:xfrm>
          <a:prstGeom prst="rect">
            <a:avLst/>
          </a:prstGeom>
          <a:noFill/>
        </p:spPr>
        <p:txBody>
          <a:bodyPr wrap="square" rtlCol="0">
            <a:spAutoFit/>
          </a:bodyPr>
          <a:lstStyle/>
          <a:p>
            <a:pPr algn="ctr"/>
            <a:r>
              <a:rPr lang="en-US" sz="6000" b="1" dirty="0">
                <a:latin typeface="Arial" panose="020B0604020202020204" pitchFamily="34" charset="0"/>
                <a:cs typeface="Arial" panose="020B0604020202020204" pitchFamily="34" charset="0"/>
              </a:rPr>
              <a:t>Thank You!</a:t>
            </a:r>
            <a:endParaRPr lang="en-IN" sz="6000"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933F52C0-63D6-C39D-236F-B36EDD79E17C}"/>
              </a:ext>
            </a:extLst>
          </p:cNvPr>
          <p:cNvSpPr txBox="1"/>
          <p:nvPr/>
        </p:nvSpPr>
        <p:spPr>
          <a:xfrm>
            <a:off x="3672840" y="3429000"/>
            <a:ext cx="4846320" cy="400110"/>
          </a:xfrm>
          <a:prstGeom prst="rect">
            <a:avLst/>
          </a:prstGeom>
          <a:noFill/>
        </p:spPr>
        <p:txBody>
          <a:bodyPr wrap="square" rtlCol="0">
            <a:spAutoFit/>
          </a:bodyPr>
          <a:lstStyle/>
          <a:p>
            <a:pPr algn="ctr"/>
            <a:r>
              <a:rPr lang="en-US" sz="2000" i="1" dirty="0">
                <a:latin typeface="Arial" panose="020B0604020202020204" pitchFamily="34" charset="0"/>
                <a:cs typeface="Arial" panose="020B0604020202020204" pitchFamily="34" charset="0"/>
              </a:rPr>
              <a:t>Thank you for your time and interest.</a:t>
            </a:r>
            <a:endParaRPr lang="en-IN" sz="20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207</TotalTime>
  <Words>936</Words>
  <Application>Microsoft Office PowerPoint</Application>
  <PresentationFormat>Widescreen</PresentationFormat>
  <Paragraphs>82</Paragraphs>
  <Slides>27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Aptos</vt:lpstr>
      <vt:lpstr>Aptos Display</vt:lpstr>
      <vt:lpstr>Arial</vt:lpstr>
      <vt:lpstr>Calibri</vt:lpstr>
      <vt:lpstr>Times New Roman</vt:lpstr>
      <vt:lpstr>Wingdings</vt:lpstr>
      <vt:lpstr>Office Theme</vt:lpstr>
      <vt:lpstr>IBM University Engagement Project Submission</vt:lpstr>
      <vt:lpstr>PowerPoint Presentation</vt:lpstr>
      <vt:lpstr>PowerPoint Presentation</vt:lpstr>
      <vt:lpstr>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Pallavi Patluri</dc:creator>
  <cp:lastModifiedBy>Pavan Kumar</cp:lastModifiedBy>
  <cp:revision>6</cp:revision>
  <dcterms:created xsi:type="dcterms:W3CDTF">2026-09-08T18:11:21Z</dcterms:created>
  <dcterms:modified xsi:type="dcterms:W3CDTF">2026-09-09T16:46:07Z</dcterms:modified>
</cp:coreProperties>
</file>